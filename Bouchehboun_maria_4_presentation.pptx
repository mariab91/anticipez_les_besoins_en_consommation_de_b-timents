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2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71" r:id="rId4"/>
    <p:sldMasterId id="2147483672" r:id="rId5"/>
    <p:sldMasterId id="2147483673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</p:sldIdLst>
  <p:sldSz cy="5143500" cx="9144000"/>
  <p:notesSz cx="6858000" cy="9144000"/>
  <p:embeddedFontLst>
    <p:embeddedFont>
      <p:font typeface="Roboto"/>
      <p:regular r:id="rId32"/>
      <p:bold r:id="rId33"/>
      <p:italic r:id="rId34"/>
      <p:boldItalic r:id="rId35"/>
    </p:embeddedFont>
    <p:embeddedFont>
      <p:font typeface="Proxima Nova"/>
      <p:regular r:id="rId36"/>
      <p:bold r:id="rId37"/>
      <p:italic r:id="rId38"/>
      <p:boldItalic r:id="rId39"/>
    </p:embeddedFont>
    <p:embeddedFont>
      <p:font typeface="Lato"/>
      <p:regular r:id="rId40"/>
      <p:bold r:id="rId41"/>
      <p:italic r:id="rId42"/>
      <p:boldItalic r:id="rId43"/>
    </p:embeddedFont>
    <p:embeddedFont>
      <p:font typeface="Fira Sans Medium"/>
      <p:regular r:id="rId44"/>
      <p:bold r:id="rId45"/>
      <p:italic r:id="rId46"/>
      <p:boldItalic r:id="rId47"/>
    </p:embeddedFont>
    <p:embeddedFont>
      <p:font typeface="Fira Sans"/>
      <p:regular r:id="rId48"/>
      <p:bold r:id="rId49"/>
      <p:italic r:id="rId50"/>
      <p:boldItalic r:id="rId51"/>
    </p:embeddedFont>
    <p:embeddedFont>
      <p:font typeface="Proxima Nova Semibold"/>
      <p:regular r:id="rId52"/>
      <p:bold r:id="rId53"/>
      <p:boldItalic r:id="rId5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Lato-regular.fntdata"/><Relationship Id="rId42" Type="http://schemas.openxmlformats.org/officeDocument/2006/relationships/font" Target="fonts/Lato-italic.fntdata"/><Relationship Id="rId41" Type="http://schemas.openxmlformats.org/officeDocument/2006/relationships/font" Target="fonts/Lato-bold.fntdata"/><Relationship Id="rId44" Type="http://schemas.openxmlformats.org/officeDocument/2006/relationships/font" Target="fonts/FiraSansMedium-regular.fntdata"/><Relationship Id="rId43" Type="http://schemas.openxmlformats.org/officeDocument/2006/relationships/font" Target="fonts/Lato-boldItalic.fntdata"/><Relationship Id="rId46" Type="http://schemas.openxmlformats.org/officeDocument/2006/relationships/font" Target="fonts/FiraSansMedium-italic.fntdata"/><Relationship Id="rId45" Type="http://schemas.openxmlformats.org/officeDocument/2006/relationships/font" Target="fonts/FiraSansMedium-bold.fntdata"/><Relationship Id="rId1" Type="http://schemas.openxmlformats.org/officeDocument/2006/relationships/theme" Target="theme/theme4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48" Type="http://schemas.openxmlformats.org/officeDocument/2006/relationships/font" Target="fonts/FiraSans-regular.fntdata"/><Relationship Id="rId47" Type="http://schemas.openxmlformats.org/officeDocument/2006/relationships/font" Target="fonts/FiraSansMedium-boldItalic.fntdata"/><Relationship Id="rId49" Type="http://schemas.openxmlformats.org/officeDocument/2006/relationships/font" Target="fonts/FiraSans-bold.fntdata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33" Type="http://schemas.openxmlformats.org/officeDocument/2006/relationships/font" Target="fonts/Roboto-bold.fntdata"/><Relationship Id="rId32" Type="http://schemas.openxmlformats.org/officeDocument/2006/relationships/font" Target="fonts/Roboto-regular.fntdata"/><Relationship Id="rId35" Type="http://schemas.openxmlformats.org/officeDocument/2006/relationships/font" Target="fonts/Roboto-boldItalic.fntdata"/><Relationship Id="rId34" Type="http://schemas.openxmlformats.org/officeDocument/2006/relationships/font" Target="fonts/Roboto-italic.fntdata"/><Relationship Id="rId37" Type="http://schemas.openxmlformats.org/officeDocument/2006/relationships/font" Target="fonts/ProximaNova-bold.fntdata"/><Relationship Id="rId36" Type="http://schemas.openxmlformats.org/officeDocument/2006/relationships/font" Target="fonts/ProximaNova-regular.fntdata"/><Relationship Id="rId39" Type="http://schemas.openxmlformats.org/officeDocument/2006/relationships/font" Target="fonts/ProximaNova-boldItalic.fntdata"/><Relationship Id="rId38" Type="http://schemas.openxmlformats.org/officeDocument/2006/relationships/font" Target="fonts/ProximaNova-italic.fntdata"/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29" Type="http://schemas.openxmlformats.org/officeDocument/2006/relationships/slide" Target="slides/slide22.xml"/><Relationship Id="rId51" Type="http://schemas.openxmlformats.org/officeDocument/2006/relationships/font" Target="fonts/FiraSans-boldItalic.fntdata"/><Relationship Id="rId50" Type="http://schemas.openxmlformats.org/officeDocument/2006/relationships/font" Target="fonts/FiraSans-italic.fntdata"/><Relationship Id="rId53" Type="http://schemas.openxmlformats.org/officeDocument/2006/relationships/font" Target="fonts/ProximaNovaSemibold-bold.fntdata"/><Relationship Id="rId52" Type="http://schemas.openxmlformats.org/officeDocument/2006/relationships/font" Target="fonts/ProximaNovaSemibold-regular.fntdata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54" Type="http://schemas.openxmlformats.org/officeDocument/2006/relationships/font" Target="fonts/ProximaNovaSemibold-boldItalic.fntdata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93ec8204d7_2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93ec8204d7_2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96c5e74a8e_0_97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Google Shape;249;g96c5e74a8e_0_97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g96c5e74a8e_0_40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0" name="Google Shape;370;g96c5e74a8e_0_40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g96c5e74a8e_0_57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3" name="Google Shape;463;g96c5e74a8e_0_57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g21993e28044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4" name="Google Shape;524;g21993e28044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g21993e28044_1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1" name="Google Shape;541;g21993e28044_1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g21993e28044_1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8" name="Google Shape;548;g21993e28044_1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g20c649f3a8a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7" name="Google Shape;557;g20c649f3a8a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g21993e28044_1_2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5" name="Google Shape;565;g21993e28044_1_2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Catyearcode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Ratio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Comments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Outlier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haversinedistance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g20c649f3a8a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4" name="Google Shape;574;g20c649f3a8a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g21993e28044_3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1" name="Google Shape;581;g21993e28044_3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g21993e28044_3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8" name="Google Shape;588;g21993e28044_3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3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g20c649f3a8a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5" name="Google Shape;595;g20c649f3a8a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9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g20c649f3a8a_0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1" name="Google Shape;601;g20c649f3a8a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Recap scores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Avec et son energystar score</a:t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6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g20c649f3a8a_0_1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8" name="Google Shape;608;g20c649f3a8a_0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Recap scores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Avec et son energystar score</a:t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3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g217dd4012c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5" name="Google Shape;615;g217dd4012c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2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g21993e28044_3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4" name="Google Shape;624;g21993e28044_3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8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g21993e28044_3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0" name="Google Shape;630;g21993e28044_3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5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g21993e28044_3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7" name="Google Shape;637;g21993e28044_3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3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Google Shape;644;g21993e28044_3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5" name="Google Shape;645;g21993e28044_3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0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g230be16aaee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2" name="Google Shape;652;g230be16aaee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8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g21993e28044_3_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0" name="Google Shape;660;g21993e28044_3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6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g21993e28044_3_1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8" name="Google Shape;668;g21993e28044_3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5" name="Shape 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Google Shape;676;g21993e28044_3_1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7" name="Google Shape;677;g21993e28044_3_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ctrTitle"/>
          </p:nvPr>
        </p:nvSpPr>
        <p:spPr>
          <a:xfrm>
            <a:off x="448950" y="410575"/>
            <a:ext cx="8238000" cy="1045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6" name="Google Shape;56;p14"/>
          <p:cNvSpPr txBox="1"/>
          <p:nvPr>
            <p:ph idx="1" type="subTitle"/>
          </p:nvPr>
        </p:nvSpPr>
        <p:spPr>
          <a:xfrm>
            <a:off x="448950" y="1467425"/>
            <a:ext cx="2845500" cy="104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59" name="Google Shape;59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2" name="Google Shape;62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3" name="Google Shape;63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6" name="Google Shape;66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7" name="Google Shape;67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8" name="Google Shape;68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8"/>
          <p:cNvSpPr txBox="1"/>
          <p:nvPr>
            <p:ph type="title"/>
          </p:nvPr>
        </p:nvSpPr>
        <p:spPr>
          <a:xfrm>
            <a:off x="457200" y="411475"/>
            <a:ext cx="8229600" cy="4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"/>
              <a:buNone/>
              <a:defRPr b="1" sz="180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"/>
              <a:buNone/>
              <a:defRPr b="1" sz="180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"/>
              <a:buNone/>
              <a:defRPr b="1" sz="180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"/>
              <a:buNone/>
              <a:defRPr b="1" sz="180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"/>
              <a:buNone/>
              <a:defRPr b="1" sz="180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"/>
              <a:buNone/>
              <a:defRPr b="1" sz="180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"/>
              <a:buNone/>
              <a:defRPr b="1" sz="180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"/>
              <a:buNone/>
              <a:defRPr b="1" sz="180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"/>
              <a:buNone/>
              <a:defRPr b="1" sz="180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/>
        </p:txBody>
      </p:sp>
      <p:sp>
        <p:nvSpPr>
          <p:cNvPr id="71" name="Google Shape;71;p1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 sz="13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buNone/>
              <a:defRPr sz="13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buNone/>
              <a:defRPr sz="13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buNone/>
              <a:defRPr sz="13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buNone/>
              <a:defRPr sz="13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buNone/>
              <a:defRPr sz="13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buNone/>
              <a:defRPr sz="13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buNone/>
              <a:defRPr sz="13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buNone/>
              <a:defRPr sz="13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4" name="Google Shape;74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5" name="Google Shape;75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78" name="Google Shape;78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2" name="Google Shape;82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3" name="Google Shape;83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4" name="Google Shape;84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87" name="Google Shape;87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0" name="Google Shape;90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1" name="Google Shape;91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b="1" sz="28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b="1" sz="28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b="1" sz="28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b="1" sz="28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b="1" sz="28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b="1" sz="28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b="1" sz="28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b="1" sz="28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b="1" sz="28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  <a:defRPr sz="1800"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88">
          <p15:clr>
            <a:srgbClr val="EA4335"/>
          </p15:clr>
        </p15:guide>
        <p15:guide id="2" pos="5472">
          <p15:clr>
            <a:srgbClr val="EA4335"/>
          </p15:clr>
        </p15:guide>
        <p15:guide id="3" orient="horz" pos="259">
          <p15:clr>
            <a:srgbClr val="EA4335"/>
          </p15:clr>
        </p15:guide>
        <p15:guide id="4" orient="horz" pos="2981">
          <p15:clr>
            <a:srgbClr val="EA4335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0E2A47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5"/>
          <p:cNvSpPr txBox="1"/>
          <p:nvPr>
            <p:ph type="title"/>
          </p:nvPr>
        </p:nvSpPr>
        <p:spPr>
          <a:xfrm>
            <a:off x="1068100" y="933450"/>
            <a:ext cx="7047300" cy="48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9pPr>
          </a:lstStyle>
          <a:p/>
        </p:txBody>
      </p:sp>
      <p:sp>
        <p:nvSpPr>
          <p:cNvPr id="96" name="Google Shape;96;p25"/>
          <p:cNvSpPr txBox="1"/>
          <p:nvPr>
            <p:ph idx="1" type="body"/>
          </p:nvPr>
        </p:nvSpPr>
        <p:spPr>
          <a:xfrm>
            <a:off x="1068100" y="1695450"/>
            <a:ext cx="7047300" cy="25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29845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29845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29845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29845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29845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29845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29845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29845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97" name="Google Shape;97;p2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buNone/>
              <a:defRPr sz="13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r">
              <a:buNone/>
              <a:defRPr sz="13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r">
              <a:buNone/>
              <a:defRPr sz="13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r">
              <a:buNone/>
              <a:defRPr sz="13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r">
              <a:buNone/>
              <a:defRPr sz="13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r">
              <a:buNone/>
              <a:defRPr sz="13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r">
              <a:buNone/>
              <a:defRPr sz="13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r">
              <a:buNone/>
              <a:defRPr sz="13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r">
              <a:buNone/>
              <a:defRPr sz="13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0" r:id="rId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Relationship Id="rId4" Type="http://schemas.openxmlformats.org/officeDocument/2006/relationships/image" Target="../media/image1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9.png"/><Relationship Id="rId4" Type="http://schemas.openxmlformats.org/officeDocument/2006/relationships/image" Target="../media/image24.png"/><Relationship Id="rId5" Type="http://schemas.openxmlformats.org/officeDocument/2006/relationships/image" Target="../media/image10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7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5.png"/><Relationship Id="rId4" Type="http://schemas.openxmlformats.org/officeDocument/2006/relationships/image" Target="../media/image2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7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8.png"/><Relationship Id="rId4" Type="http://schemas.openxmlformats.org/officeDocument/2006/relationships/image" Target="../media/image15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0.png"/><Relationship Id="rId4" Type="http://schemas.openxmlformats.org/officeDocument/2006/relationships/image" Target="../media/image18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7"/>
          <p:cNvSpPr txBox="1"/>
          <p:nvPr>
            <p:ph type="ctrTitle"/>
          </p:nvPr>
        </p:nvSpPr>
        <p:spPr>
          <a:xfrm>
            <a:off x="0" y="1576300"/>
            <a:ext cx="5051700" cy="2507400"/>
          </a:xfrm>
          <a:prstGeom prst="rect">
            <a:avLst/>
          </a:prstGeom>
        </p:spPr>
        <p:txBody>
          <a:bodyPr anchorCtr="0" anchor="ctr" bIns="182875" lIns="182875" spcFirstLastPara="1" rIns="182875" wrap="square" tIns="182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/>
              <a:t>Anticipez les besoins en consommation de bâtiments</a:t>
            </a:r>
            <a:endParaRPr sz="3500"/>
          </a:p>
        </p:txBody>
      </p:sp>
      <p:sp>
        <p:nvSpPr>
          <p:cNvPr id="105" name="Google Shape;105;p27"/>
          <p:cNvSpPr txBox="1"/>
          <p:nvPr>
            <p:ph idx="1" type="subTitle"/>
          </p:nvPr>
        </p:nvSpPr>
        <p:spPr>
          <a:xfrm>
            <a:off x="161250" y="4155125"/>
            <a:ext cx="3948900" cy="1045200"/>
          </a:xfrm>
          <a:prstGeom prst="rect">
            <a:avLst/>
          </a:prstGeom>
        </p:spPr>
        <p:txBody>
          <a:bodyPr anchorCtr="0" anchor="t" bIns="182875" lIns="182875" spcFirstLastPara="1" rIns="182875" wrap="square" tIns="1828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100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rPr>
              <a:t>By Maria BOUCHEHBOUN</a:t>
            </a:r>
            <a:endParaRPr i="1" sz="1100">
              <a:solidFill>
                <a:schemeClr val="dk2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100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rPr>
              <a:t>For Openclassrooms</a:t>
            </a:r>
            <a:endParaRPr i="1" sz="1100">
              <a:solidFill>
                <a:schemeClr val="dk2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100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rPr>
              <a:t>Mentor : Audrey Quessada-Vial &amp; Mustafa Ankarali</a:t>
            </a:r>
            <a:endParaRPr sz="13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grpSp>
        <p:nvGrpSpPr>
          <p:cNvPr id="106" name="Google Shape;106;p27"/>
          <p:cNvGrpSpPr/>
          <p:nvPr/>
        </p:nvGrpSpPr>
        <p:grpSpPr>
          <a:xfrm>
            <a:off x="3922132" y="435054"/>
            <a:ext cx="5117965" cy="5696539"/>
            <a:chOff x="625325" y="892975"/>
            <a:chExt cx="3629762" cy="4040098"/>
          </a:xfrm>
        </p:grpSpPr>
        <p:sp>
          <p:nvSpPr>
            <p:cNvPr id="107" name="Google Shape;107;p27"/>
            <p:cNvSpPr/>
            <p:nvPr/>
          </p:nvSpPr>
          <p:spPr>
            <a:xfrm>
              <a:off x="625325" y="2266827"/>
              <a:ext cx="3629762" cy="2666246"/>
            </a:xfrm>
            <a:custGeom>
              <a:rect b="b" l="l" r="r" t="t"/>
              <a:pathLst>
                <a:path extrusionOk="0" h="65663" w="89392">
                  <a:moveTo>
                    <a:pt x="33522" y="1"/>
                  </a:moveTo>
                  <a:lnTo>
                    <a:pt x="33145" y="64"/>
                  </a:lnTo>
                  <a:lnTo>
                    <a:pt x="32768" y="189"/>
                  </a:lnTo>
                  <a:lnTo>
                    <a:pt x="32392" y="378"/>
                  </a:lnTo>
                  <a:lnTo>
                    <a:pt x="1632" y="18394"/>
                  </a:lnTo>
                  <a:lnTo>
                    <a:pt x="1255" y="18645"/>
                  </a:lnTo>
                  <a:lnTo>
                    <a:pt x="1004" y="18959"/>
                  </a:lnTo>
                  <a:lnTo>
                    <a:pt x="753" y="19210"/>
                  </a:lnTo>
                  <a:lnTo>
                    <a:pt x="502" y="19587"/>
                  </a:lnTo>
                  <a:lnTo>
                    <a:pt x="377" y="19900"/>
                  </a:lnTo>
                  <a:lnTo>
                    <a:pt x="251" y="20277"/>
                  </a:lnTo>
                  <a:lnTo>
                    <a:pt x="188" y="20654"/>
                  </a:lnTo>
                  <a:lnTo>
                    <a:pt x="126" y="21030"/>
                  </a:lnTo>
                  <a:lnTo>
                    <a:pt x="188" y="21407"/>
                  </a:lnTo>
                  <a:lnTo>
                    <a:pt x="251" y="21784"/>
                  </a:lnTo>
                  <a:lnTo>
                    <a:pt x="377" y="22098"/>
                  </a:lnTo>
                  <a:lnTo>
                    <a:pt x="502" y="22474"/>
                  </a:lnTo>
                  <a:lnTo>
                    <a:pt x="753" y="22788"/>
                  </a:lnTo>
                  <a:lnTo>
                    <a:pt x="1004" y="23102"/>
                  </a:lnTo>
                  <a:lnTo>
                    <a:pt x="1255" y="23353"/>
                  </a:lnTo>
                  <a:lnTo>
                    <a:pt x="1632" y="23604"/>
                  </a:lnTo>
                  <a:lnTo>
                    <a:pt x="11048" y="29128"/>
                  </a:lnTo>
                  <a:lnTo>
                    <a:pt x="11425" y="29379"/>
                  </a:lnTo>
                  <a:lnTo>
                    <a:pt x="11676" y="29630"/>
                  </a:lnTo>
                  <a:lnTo>
                    <a:pt x="11990" y="29944"/>
                  </a:lnTo>
                  <a:lnTo>
                    <a:pt x="12178" y="30321"/>
                  </a:lnTo>
                  <a:lnTo>
                    <a:pt x="12304" y="30635"/>
                  </a:lnTo>
                  <a:lnTo>
                    <a:pt x="12429" y="31012"/>
                  </a:lnTo>
                  <a:lnTo>
                    <a:pt x="12492" y="31388"/>
                  </a:lnTo>
                  <a:lnTo>
                    <a:pt x="12555" y="31765"/>
                  </a:lnTo>
                  <a:lnTo>
                    <a:pt x="12492" y="32141"/>
                  </a:lnTo>
                  <a:lnTo>
                    <a:pt x="12429" y="32518"/>
                  </a:lnTo>
                  <a:lnTo>
                    <a:pt x="12304" y="32832"/>
                  </a:lnTo>
                  <a:lnTo>
                    <a:pt x="12178" y="33209"/>
                  </a:lnTo>
                  <a:lnTo>
                    <a:pt x="11927" y="33522"/>
                  </a:lnTo>
                  <a:lnTo>
                    <a:pt x="11676" y="33836"/>
                  </a:lnTo>
                  <a:lnTo>
                    <a:pt x="11425" y="34087"/>
                  </a:lnTo>
                  <a:lnTo>
                    <a:pt x="11048" y="34339"/>
                  </a:lnTo>
                  <a:lnTo>
                    <a:pt x="1507" y="39925"/>
                  </a:lnTo>
                  <a:lnTo>
                    <a:pt x="1130" y="40177"/>
                  </a:lnTo>
                  <a:lnTo>
                    <a:pt x="879" y="40428"/>
                  </a:lnTo>
                  <a:lnTo>
                    <a:pt x="628" y="40742"/>
                  </a:lnTo>
                  <a:lnTo>
                    <a:pt x="377" y="41055"/>
                  </a:lnTo>
                  <a:lnTo>
                    <a:pt x="251" y="41432"/>
                  </a:lnTo>
                  <a:lnTo>
                    <a:pt x="126" y="41746"/>
                  </a:lnTo>
                  <a:lnTo>
                    <a:pt x="63" y="42123"/>
                  </a:lnTo>
                  <a:lnTo>
                    <a:pt x="0" y="42499"/>
                  </a:lnTo>
                  <a:lnTo>
                    <a:pt x="63" y="42876"/>
                  </a:lnTo>
                  <a:lnTo>
                    <a:pt x="126" y="43253"/>
                  </a:lnTo>
                  <a:lnTo>
                    <a:pt x="251" y="43629"/>
                  </a:lnTo>
                  <a:lnTo>
                    <a:pt x="377" y="44006"/>
                  </a:lnTo>
                  <a:lnTo>
                    <a:pt x="628" y="44320"/>
                  </a:lnTo>
                  <a:lnTo>
                    <a:pt x="879" y="44634"/>
                  </a:lnTo>
                  <a:lnTo>
                    <a:pt x="1130" y="44885"/>
                  </a:lnTo>
                  <a:lnTo>
                    <a:pt x="1507" y="45136"/>
                  </a:lnTo>
                  <a:lnTo>
                    <a:pt x="35907" y="65224"/>
                  </a:lnTo>
                  <a:lnTo>
                    <a:pt x="36221" y="65412"/>
                  </a:lnTo>
                  <a:lnTo>
                    <a:pt x="36598" y="65537"/>
                  </a:lnTo>
                  <a:lnTo>
                    <a:pt x="37037" y="65663"/>
                  </a:lnTo>
                  <a:lnTo>
                    <a:pt x="37790" y="65663"/>
                  </a:lnTo>
                  <a:lnTo>
                    <a:pt x="38167" y="65537"/>
                  </a:lnTo>
                  <a:lnTo>
                    <a:pt x="38544" y="65412"/>
                  </a:lnTo>
                  <a:lnTo>
                    <a:pt x="38920" y="65224"/>
                  </a:lnTo>
                  <a:lnTo>
                    <a:pt x="87884" y="36536"/>
                  </a:lnTo>
                  <a:lnTo>
                    <a:pt x="88198" y="36285"/>
                  </a:lnTo>
                  <a:lnTo>
                    <a:pt x="88512" y="36033"/>
                  </a:lnTo>
                  <a:lnTo>
                    <a:pt x="88763" y="35720"/>
                  </a:lnTo>
                  <a:lnTo>
                    <a:pt x="89014" y="35406"/>
                  </a:lnTo>
                  <a:lnTo>
                    <a:pt x="89140" y="35029"/>
                  </a:lnTo>
                  <a:lnTo>
                    <a:pt x="89265" y="34652"/>
                  </a:lnTo>
                  <a:lnTo>
                    <a:pt x="89328" y="34276"/>
                  </a:lnTo>
                  <a:lnTo>
                    <a:pt x="89391" y="33899"/>
                  </a:lnTo>
                  <a:lnTo>
                    <a:pt x="89328" y="33522"/>
                  </a:lnTo>
                  <a:lnTo>
                    <a:pt x="89265" y="33209"/>
                  </a:lnTo>
                  <a:lnTo>
                    <a:pt x="89140" y="32832"/>
                  </a:lnTo>
                  <a:lnTo>
                    <a:pt x="89014" y="32455"/>
                  </a:lnTo>
                  <a:lnTo>
                    <a:pt x="88763" y="32141"/>
                  </a:lnTo>
                  <a:lnTo>
                    <a:pt x="88512" y="31828"/>
                  </a:lnTo>
                  <a:lnTo>
                    <a:pt x="88261" y="31576"/>
                  </a:lnTo>
                  <a:lnTo>
                    <a:pt x="87884" y="31325"/>
                  </a:lnTo>
                  <a:lnTo>
                    <a:pt x="35468" y="378"/>
                  </a:lnTo>
                  <a:lnTo>
                    <a:pt x="35091" y="189"/>
                  </a:lnTo>
                  <a:lnTo>
                    <a:pt x="34714" y="64"/>
                  </a:lnTo>
                  <a:lnTo>
                    <a:pt x="34338" y="1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27"/>
            <p:cNvSpPr/>
            <p:nvPr/>
          </p:nvSpPr>
          <p:spPr>
            <a:xfrm>
              <a:off x="1010178" y="2348402"/>
              <a:ext cx="1335701" cy="1575312"/>
            </a:xfrm>
            <a:custGeom>
              <a:rect b="b" l="l" r="r" t="t"/>
              <a:pathLst>
                <a:path extrusionOk="0" h="38796" w="32895">
                  <a:moveTo>
                    <a:pt x="1" y="1"/>
                  </a:moveTo>
                  <a:lnTo>
                    <a:pt x="1" y="19398"/>
                  </a:lnTo>
                  <a:lnTo>
                    <a:pt x="32769" y="38795"/>
                  </a:lnTo>
                  <a:lnTo>
                    <a:pt x="32895" y="18896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99999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27"/>
            <p:cNvSpPr/>
            <p:nvPr/>
          </p:nvSpPr>
          <p:spPr>
            <a:xfrm>
              <a:off x="1010178" y="2348402"/>
              <a:ext cx="1335701" cy="1575312"/>
            </a:xfrm>
            <a:custGeom>
              <a:rect b="b" l="l" r="r" t="t"/>
              <a:pathLst>
                <a:path extrusionOk="0" fill="none" h="38796" w="32895">
                  <a:moveTo>
                    <a:pt x="1" y="1"/>
                  </a:moveTo>
                  <a:lnTo>
                    <a:pt x="1" y="19398"/>
                  </a:lnTo>
                  <a:lnTo>
                    <a:pt x="32769" y="38795"/>
                  </a:lnTo>
                  <a:lnTo>
                    <a:pt x="32895" y="18896"/>
                  </a:lnTo>
                  <a:lnTo>
                    <a:pt x="1" y="1"/>
                  </a:lnTo>
                  <a:close/>
                </a:path>
              </a:pathLst>
            </a:custGeom>
            <a:noFill/>
            <a:ln cap="rnd" cmpd="sng" w="7850">
              <a:solidFill>
                <a:srgbClr val="14002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27"/>
            <p:cNvSpPr/>
            <p:nvPr/>
          </p:nvSpPr>
          <p:spPr>
            <a:xfrm>
              <a:off x="2343316" y="2529376"/>
              <a:ext cx="994132" cy="1394335"/>
            </a:xfrm>
            <a:custGeom>
              <a:rect b="b" l="l" r="r" t="t"/>
              <a:pathLst>
                <a:path extrusionOk="0" h="34339" w="24483">
                  <a:moveTo>
                    <a:pt x="24482" y="1"/>
                  </a:moveTo>
                  <a:lnTo>
                    <a:pt x="63" y="14439"/>
                  </a:lnTo>
                  <a:lnTo>
                    <a:pt x="0" y="34338"/>
                  </a:lnTo>
                  <a:lnTo>
                    <a:pt x="24482" y="19900"/>
                  </a:lnTo>
                  <a:lnTo>
                    <a:pt x="24482" y="1"/>
                  </a:lnTo>
                  <a:close/>
                </a:path>
              </a:pathLst>
            </a:custGeom>
            <a:solidFill>
              <a:srgbClr val="620F5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27"/>
            <p:cNvSpPr/>
            <p:nvPr/>
          </p:nvSpPr>
          <p:spPr>
            <a:xfrm>
              <a:off x="2343316" y="2529376"/>
              <a:ext cx="994132" cy="1394335"/>
            </a:xfrm>
            <a:custGeom>
              <a:rect b="b" l="l" r="r" t="t"/>
              <a:pathLst>
                <a:path extrusionOk="0" fill="none" h="34339" w="24483">
                  <a:moveTo>
                    <a:pt x="63" y="14439"/>
                  </a:moveTo>
                  <a:lnTo>
                    <a:pt x="24482" y="1"/>
                  </a:lnTo>
                  <a:lnTo>
                    <a:pt x="24482" y="19900"/>
                  </a:lnTo>
                  <a:lnTo>
                    <a:pt x="0" y="34338"/>
                  </a:lnTo>
                  <a:lnTo>
                    <a:pt x="63" y="14439"/>
                  </a:lnTo>
                  <a:close/>
                </a:path>
              </a:pathLst>
            </a:custGeom>
            <a:noFill/>
            <a:ln cap="rnd" cmpd="sng" w="7850">
              <a:solidFill>
                <a:srgbClr val="14002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27"/>
            <p:cNvSpPr/>
            <p:nvPr/>
          </p:nvSpPr>
          <p:spPr>
            <a:xfrm>
              <a:off x="1012736" y="1764712"/>
              <a:ext cx="2324717" cy="1350969"/>
            </a:xfrm>
            <a:custGeom>
              <a:rect b="b" l="l" r="r" t="t"/>
              <a:pathLst>
                <a:path extrusionOk="0" h="33271" w="57252">
                  <a:moveTo>
                    <a:pt x="24232" y="0"/>
                  </a:moveTo>
                  <a:lnTo>
                    <a:pt x="1" y="14376"/>
                  </a:lnTo>
                  <a:lnTo>
                    <a:pt x="32832" y="33271"/>
                  </a:lnTo>
                  <a:lnTo>
                    <a:pt x="57251" y="18895"/>
                  </a:lnTo>
                  <a:lnTo>
                    <a:pt x="2423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27"/>
            <p:cNvSpPr/>
            <p:nvPr/>
          </p:nvSpPr>
          <p:spPr>
            <a:xfrm>
              <a:off x="1012736" y="1764712"/>
              <a:ext cx="2324717" cy="1350969"/>
            </a:xfrm>
            <a:custGeom>
              <a:rect b="b" l="l" r="r" t="t"/>
              <a:pathLst>
                <a:path extrusionOk="0" fill="none" h="33271" w="57252">
                  <a:moveTo>
                    <a:pt x="57251" y="18895"/>
                  </a:moveTo>
                  <a:lnTo>
                    <a:pt x="24232" y="0"/>
                  </a:lnTo>
                  <a:lnTo>
                    <a:pt x="1" y="14376"/>
                  </a:lnTo>
                  <a:lnTo>
                    <a:pt x="32832" y="33271"/>
                  </a:lnTo>
                  <a:lnTo>
                    <a:pt x="57251" y="18895"/>
                  </a:lnTo>
                  <a:close/>
                </a:path>
              </a:pathLst>
            </a:custGeom>
            <a:noFill/>
            <a:ln cap="rnd" cmpd="sng" w="7850">
              <a:solidFill>
                <a:srgbClr val="14002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27"/>
            <p:cNvSpPr/>
            <p:nvPr/>
          </p:nvSpPr>
          <p:spPr>
            <a:xfrm>
              <a:off x="1420571" y="2847999"/>
              <a:ext cx="349244" cy="619429"/>
            </a:xfrm>
            <a:custGeom>
              <a:rect b="b" l="l" r="r" t="t"/>
              <a:pathLst>
                <a:path extrusionOk="0" h="15255" w="8601">
                  <a:moveTo>
                    <a:pt x="126" y="1"/>
                  </a:moveTo>
                  <a:lnTo>
                    <a:pt x="1" y="10233"/>
                  </a:lnTo>
                  <a:lnTo>
                    <a:pt x="8601" y="15255"/>
                  </a:lnTo>
                  <a:lnTo>
                    <a:pt x="8601" y="5085"/>
                  </a:lnTo>
                  <a:lnTo>
                    <a:pt x="126" y="1"/>
                  </a:ln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27"/>
            <p:cNvSpPr/>
            <p:nvPr/>
          </p:nvSpPr>
          <p:spPr>
            <a:xfrm>
              <a:off x="1420571" y="2847999"/>
              <a:ext cx="349244" cy="619429"/>
            </a:xfrm>
            <a:custGeom>
              <a:rect b="b" l="l" r="r" t="t"/>
              <a:pathLst>
                <a:path extrusionOk="0" fill="none" h="15255" w="8601">
                  <a:moveTo>
                    <a:pt x="126" y="1"/>
                  </a:moveTo>
                  <a:lnTo>
                    <a:pt x="1" y="10233"/>
                  </a:lnTo>
                  <a:lnTo>
                    <a:pt x="8601" y="15255"/>
                  </a:lnTo>
                  <a:lnTo>
                    <a:pt x="8601" y="5085"/>
                  </a:lnTo>
                  <a:lnTo>
                    <a:pt x="126" y="1"/>
                  </a:lnTo>
                  <a:close/>
                </a:path>
              </a:pathLst>
            </a:custGeom>
            <a:noFill/>
            <a:ln cap="rnd" cmpd="sng" w="7850">
              <a:solidFill>
                <a:srgbClr val="14002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27"/>
            <p:cNvSpPr/>
            <p:nvPr/>
          </p:nvSpPr>
          <p:spPr>
            <a:xfrm>
              <a:off x="1425687" y="2781733"/>
              <a:ext cx="461395" cy="272784"/>
            </a:xfrm>
            <a:custGeom>
              <a:rect b="b" l="l" r="r" t="t"/>
              <a:pathLst>
                <a:path extrusionOk="0" h="6718" w="11363">
                  <a:moveTo>
                    <a:pt x="2700" y="0"/>
                  </a:moveTo>
                  <a:lnTo>
                    <a:pt x="0" y="1633"/>
                  </a:lnTo>
                  <a:lnTo>
                    <a:pt x="8475" y="6717"/>
                  </a:lnTo>
                  <a:lnTo>
                    <a:pt x="11362" y="5022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27"/>
            <p:cNvSpPr/>
            <p:nvPr/>
          </p:nvSpPr>
          <p:spPr>
            <a:xfrm>
              <a:off x="1425687" y="2781733"/>
              <a:ext cx="461395" cy="272784"/>
            </a:xfrm>
            <a:custGeom>
              <a:rect b="b" l="l" r="r" t="t"/>
              <a:pathLst>
                <a:path extrusionOk="0" fill="none" h="6718" w="11363">
                  <a:moveTo>
                    <a:pt x="8475" y="6717"/>
                  </a:moveTo>
                  <a:lnTo>
                    <a:pt x="11362" y="5022"/>
                  </a:lnTo>
                  <a:lnTo>
                    <a:pt x="2700" y="0"/>
                  </a:lnTo>
                  <a:lnTo>
                    <a:pt x="0" y="1633"/>
                  </a:lnTo>
                  <a:lnTo>
                    <a:pt x="8475" y="6717"/>
                  </a:lnTo>
                  <a:close/>
                </a:path>
              </a:pathLst>
            </a:custGeom>
            <a:noFill/>
            <a:ln cap="rnd" cmpd="sng" w="7850">
              <a:solidFill>
                <a:srgbClr val="14002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27"/>
            <p:cNvSpPr/>
            <p:nvPr/>
          </p:nvSpPr>
          <p:spPr>
            <a:xfrm>
              <a:off x="1769772" y="2985648"/>
              <a:ext cx="117308" cy="481778"/>
            </a:xfrm>
            <a:custGeom>
              <a:rect b="b" l="l" r="r" t="t"/>
              <a:pathLst>
                <a:path extrusionOk="0" h="11865" w="2889">
                  <a:moveTo>
                    <a:pt x="2888" y="0"/>
                  </a:moveTo>
                  <a:lnTo>
                    <a:pt x="1" y="1695"/>
                  </a:lnTo>
                  <a:lnTo>
                    <a:pt x="1" y="11865"/>
                  </a:lnTo>
                  <a:lnTo>
                    <a:pt x="2888" y="10107"/>
                  </a:lnTo>
                  <a:lnTo>
                    <a:pt x="2888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27"/>
            <p:cNvSpPr/>
            <p:nvPr/>
          </p:nvSpPr>
          <p:spPr>
            <a:xfrm>
              <a:off x="1769772" y="2985648"/>
              <a:ext cx="117308" cy="481778"/>
            </a:xfrm>
            <a:custGeom>
              <a:rect b="b" l="l" r="r" t="t"/>
              <a:pathLst>
                <a:path extrusionOk="0" fill="none" h="11865" w="2889">
                  <a:moveTo>
                    <a:pt x="2888" y="0"/>
                  </a:moveTo>
                  <a:lnTo>
                    <a:pt x="2888" y="10107"/>
                  </a:lnTo>
                  <a:lnTo>
                    <a:pt x="1" y="11865"/>
                  </a:lnTo>
                  <a:lnTo>
                    <a:pt x="1" y="1695"/>
                  </a:lnTo>
                  <a:lnTo>
                    <a:pt x="2888" y="0"/>
                  </a:lnTo>
                  <a:close/>
                </a:path>
              </a:pathLst>
            </a:custGeom>
            <a:noFill/>
            <a:ln cap="rnd" cmpd="sng" w="7850">
              <a:solidFill>
                <a:srgbClr val="14002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27"/>
            <p:cNvSpPr/>
            <p:nvPr/>
          </p:nvSpPr>
          <p:spPr>
            <a:xfrm>
              <a:off x="1191153" y="2501359"/>
              <a:ext cx="117308" cy="349244"/>
            </a:xfrm>
            <a:custGeom>
              <a:rect b="b" l="l" r="r" t="t"/>
              <a:pathLst>
                <a:path extrusionOk="0" h="8601" w="2889">
                  <a:moveTo>
                    <a:pt x="1" y="0"/>
                  </a:moveTo>
                  <a:lnTo>
                    <a:pt x="1" y="6843"/>
                  </a:lnTo>
                  <a:lnTo>
                    <a:pt x="2889" y="8600"/>
                  </a:lnTo>
                  <a:lnTo>
                    <a:pt x="2889" y="169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14002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27"/>
            <p:cNvSpPr/>
            <p:nvPr/>
          </p:nvSpPr>
          <p:spPr>
            <a:xfrm>
              <a:off x="1191153" y="2886249"/>
              <a:ext cx="117308" cy="349244"/>
            </a:xfrm>
            <a:custGeom>
              <a:rect b="b" l="l" r="r" t="t"/>
              <a:pathLst>
                <a:path extrusionOk="0" h="8601" w="2889">
                  <a:moveTo>
                    <a:pt x="1" y="0"/>
                  </a:moveTo>
                  <a:lnTo>
                    <a:pt x="1" y="6843"/>
                  </a:lnTo>
                  <a:lnTo>
                    <a:pt x="2889" y="8600"/>
                  </a:lnTo>
                  <a:lnTo>
                    <a:pt x="2889" y="169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14002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27"/>
            <p:cNvSpPr/>
            <p:nvPr/>
          </p:nvSpPr>
          <p:spPr>
            <a:xfrm>
              <a:off x="1983882" y="2083336"/>
              <a:ext cx="441011" cy="260034"/>
            </a:xfrm>
            <a:custGeom>
              <a:rect b="b" l="l" r="r" t="t"/>
              <a:pathLst>
                <a:path extrusionOk="0" h="6404" w="10861">
                  <a:moveTo>
                    <a:pt x="5462" y="0"/>
                  </a:moveTo>
                  <a:lnTo>
                    <a:pt x="1" y="3264"/>
                  </a:lnTo>
                  <a:lnTo>
                    <a:pt x="5462" y="6403"/>
                  </a:lnTo>
                  <a:lnTo>
                    <a:pt x="10861" y="3202"/>
                  </a:lnTo>
                  <a:lnTo>
                    <a:pt x="546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27"/>
            <p:cNvSpPr/>
            <p:nvPr/>
          </p:nvSpPr>
          <p:spPr>
            <a:xfrm>
              <a:off x="1983882" y="2083336"/>
              <a:ext cx="441011" cy="260034"/>
            </a:xfrm>
            <a:custGeom>
              <a:rect b="b" l="l" r="r" t="t"/>
              <a:pathLst>
                <a:path extrusionOk="0" fill="none" h="6404" w="10861">
                  <a:moveTo>
                    <a:pt x="1" y="3264"/>
                  </a:moveTo>
                  <a:lnTo>
                    <a:pt x="5462" y="6403"/>
                  </a:lnTo>
                  <a:lnTo>
                    <a:pt x="10861" y="3202"/>
                  </a:lnTo>
                  <a:lnTo>
                    <a:pt x="5462" y="0"/>
                  </a:lnTo>
                  <a:lnTo>
                    <a:pt x="1" y="3264"/>
                  </a:lnTo>
                  <a:close/>
                </a:path>
              </a:pathLst>
            </a:custGeom>
            <a:noFill/>
            <a:ln cap="rnd" cmpd="sng" w="7850">
              <a:solidFill>
                <a:srgbClr val="14002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27"/>
            <p:cNvSpPr/>
            <p:nvPr/>
          </p:nvSpPr>
          <p:spPr>
            <a:xfrm>
              <a:off x="2203107" y="2213311"/>
              <a:ext cx="272784" cy="260034"/>
            </a:xfrm>
            <a:custGeom>
              <a:rect b="b" l="l" r="r" t="t"/>
              <a:pathLst>
                <a:path extrusionOk="0" h="6404" w="6718">
                  <a:moveTo>
                    <a:pt x="5462" y="1"/>
                  </a:moveTo>
                  <a:lnTo>
                    <a:pt x="63" y="3202"/>
                  </a:lnTo>
                  <a:lnTo>
                    <a:pt x="0" y="6404"/>
                  </a:lnTo>
                  <a:lnTo>
                    <a:pt x="6717" y="2386"/>
                  </a:lnTo>
                  <a:lnTo>
                    <a:pt x="5462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" name="Google Shape;125;p27"/>
            <p:cNvSpPr/>
            <p:nvPr/>
          </p:nvSpPr>
          <p:spPr>
            <a:xfrm>
              <a:off x="2203107" y="2213311"/>
              <a:ext cx="272784" cy="260034"/>
            </a:xfrm>
            <a:custGeom>
              <a:rect b="b" l="l" r="r" t="t"/>
              <a:pathLst>
                <a:path extrusionOk="0" fill="none" h="6404" w="6718">
                  <a:moveTo>
                    <a:pt x="5462" y="1"/>
                  </a:moveTo>
                  <a:lnTo>
                    <a:pt x="6717" y="2386"/>
                  </a:lnTo>
                  <a:lnTo>
                    <a:pt x="0" y="6404"/>
                  </a:lnTo>
                  <a:lnTo>
                    <a:pt x="63" y="3202"/>
                  </a:lnTo>
                  <a:lnTo>
                    <a:pt x="5462" y="1"/>
                  </a:lnTo>
                  <a:close/>
                </a:path>
              </a:pathLst>
            </a:custGeom>
            <a:noFill/>
            <a:ln cap="rnd" cmpd="sng" w="7850">
              <a:solidFill>
                <a:srgbClr val="14002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" name="Google Shape;126;p27"/>
            <p:cNvSpPr/>
            <p:nvPr/>
          </p:nvSpPr>
          <p:spPr>
            <a:xfrm>
              <a:off x="1927806" y="2215869"/>
              <a:ext cx="277901" cy="257476"/>
            </a:xfrm>
            <a:custGeom>
              <a:rect b="b" l="l" r="r" t="t"/>
              <a:pathLst>
                <a:path extrusionOk="0" h="6341" w="6844">
                  <a:moveTo>
                    <a:pt x="1382" y="0"/>
                  </a:moveTo>
                  <a:lnTo>
                    <a:pt x="1" y="2386"/>
                  </a:lnTo>
                  <a:lnTo>
                    <a:pt x="6780" y="6341"/>
                  </a:lnTo>
                  <a:lnTo>
                    <a:pt x="6843" y="3139"/>
                  </a:lnTo>
                  <a:lnTo>
                    <a:pt x="1382" y="0"/>
                  </a:lnTo>
                  <a:close/>
                </a:path>
              </a:pathLst>
            </a:custGeom>
            <a:solidFill>
              <a:srgbClr val="B7B7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" name="Google Shape;127;p27"/>
            <p:cNvSpPr/>
            <p:nvPr/>
          </p:nvSpPr>
          <p:spPr>
            <a:xfrm>
              <a:off x="1927806" y="2215869"/>
              <a:ext cx="277901" cy="257476"/>
            </a:xfrm>
            <a:custGeom>
              <a:rect b="b" l="l" r="r" t="t"/>
              <a:pathLst>
                <a:path extrusionOk="0" fill="none" h="6341" w="6844">
                  <a:moveTo>
                    <a:pt x="6780" y="6341"/>
                  </a:moveTo>
                  <a:lnTo>
                    <a:pt x="6843" y="3139"/>
                  </a:lnTo>
                  <a:lnTo>
                    <a:pt x="1382" y="0"/>
                  </a:lnTo>
                  <a:lnTo>
                    <a:pt x="1" y="2386"/>
                  </a:lnTo>
                  <a:lnTo>
                    <a:pt x="6780" y="6341"/>
                  </a:lnTo>
                  <a:close/>
                </a:path>
              </a:pathLst>
            </a:custGeom>
            <a:solidFill>
              <a:srgbClr val="B7B7B7"/>
            </a:solidFill>
            <a:ln cap="rnd" cmpd="sng" w="7850">
              <a:solidFill>
                <a:srgbClr val="14002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" name="Google Shape;128;p27"/>
            <p:cNvSpPr/>
            <p:nvPr/>
          </p:nvSpPr>
          <p:spPr>
            <a:xfrm>
              <a:off x="2073091" y="1695888"/>
              <a:ext cx="252401" cy="583737"/>
            </a:xfrm>
            <a:custGeom>
              <a:rect b="b" l="l" r="r" t="t"/>
              <a:pathLst>
                <a:path extrusionOk="0" h="14376" w="6216">
                  <a:moveTo>
                    <a:pt x="64" y="0"/>
                  </a:moveTo>
                  <a:lnTo>
                    <a:pt x="1" y="12555"/>
                  </a:lnTo>
                  <a:lnTo>
                    <a:pt x="64" y="12869"/>
                  </a:lnTo>
                  <a:lnTo>
                    <a:pt x="252" y="13246"/>
                  </a:lnTo>
                  <a:lnTo>
                    <a:pt x="566" y="13560"/>
                  </a:lnTo>
                  <a:lnTo>
                    <a:pt x="943" y="13811"/>
                  </a:lnTo>
                  <a:lnTo>
                    <a:pt x="1382" y="14062"/>
                  </a:lnTo>
                  <a:lnTo>
                    <a:pt x="1947" y="14187"/>
                  </a:lnTo>
                  <a:lnTo>
                    <a:pt x="2512" y="14313"/>
                  </a:lnTo>
                  <a:lnTo>
                    <a:pt x="3140" y="14376"/>
                  </a:lnTo>
                  <a:lnTo>
                    <a:pt x="3767" y="14313"/>
                  </a:lnTo>
                  <a:lnTo>
                    <a:pt x="4332" y="14187"/>
                  </a:lnTo>
                  <a:lnTo>
                    <a:pt x="4835" y="14062"/>
                  </a:lnTo>
                  <a:lnTo>
                    <a:pt x="5274" y="13811"/>
                  </a:lnTo>
                  <a:lnTo>
                    <a:pt x="5651" y="13560"/>
                  </a:lnTo>
                  <a:lnTo>
                    <a:pt x="5965" y="13246"/>
                  </a:lnTo>
                  <a:lnTo>
                    <a:pt x="6153" y="12869"/>
                  </a:lnTo>
                  <a:lnTo>
                    <a:pt x="6216" y="12555"/>
                  </a:lnTo>
                  <a:lnTo>
                    <a:pt x="6216" y="1946"/>
                  </a:lnTo>
                  <a:lnTo>
                    <a:pt x="6216" y="0"/>
                  </a:lnTo>
                  <a:close/>
                </a:path>
              </a:pathLst>
            </a:custGeom>
            <a:solidFill>
              <a:srgbClr val="99999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" name="Google Shape;129;p27"/>
            <p:cNvSpPr/>
            <p:nvPr/>
          </p:nvSpPr>
          <p:spPr>
            <a:xfrm>
              <a:off x="2073091" y="1695888"/>
              <a:ext cx="252401" cy="583737"/>
            </a:xfrm>
            <a:custGeom>
              <a:rect b="b" l="l" r="r" t="t"/>
              <a:pathLst>
                <a:path extrusionOk="0" fill="none" h="14376" w="6216">
                  <a:moveTo>
                    <a:pt x="64" y="0"/>
                  </a:moveTo>
                  <a:lnTo>
                    <a:pt x="1" y="12555"/>
                  </a:lnTo>
                  <a:lnTo>
                    <a:pt x="1" y="12555"/>
                  </a:lnTo>
                  <a:lnTo>
                    <a:pt x="64" y="12869"/>
                  </a:lnTo>
                  <a:lnTo>
                    <a:pt x="252" y="13246"/>
                  </a:lnTo>
                  <a:lnTo>
                    <a:pt x="566" y="13560"/>
                  </a:lnTo>
                  <a:lnTo>
                    <a:pt x="943" y="13811"/>
                  </a:lnTo>
                  <a:lnTo>
                    <a:pt x="1382" y="14062"/>
                  </a:lnTo>
                  <a:lnTo>
                    <a:pt x="1947" y="14187"/>
                  </a:lnTo>
                  <a:lnTo>
                    <a:pt x="2512" y="14313"/>
                  </a:lnTo>
                  <a:lnTo>
                    <a:pt x="3140" y="14376"/>
                  </a:lnTo>
                  <a:lnTo>
                    <a:pt x="3140" y="14376"/>
                  </a:lnTo>
                  <a:lnTo>
                    <a:pt x="3767" y="14313"/>
                  </a:lnTo>
                  <a:lnTo>
                    <a:pt x="4332" y="14187"/>
                  </a:lnTo>
                  <a:lnTo>
                    <a:pt x="4835" y="14062"/>
                  </a:lnTo>
                  <a:lnTo>
                    <a:pt x="5274" y="13811"/>
                  </a:lnTo>
                  <a:lnTo>
                    <a:pt x="5651" y="13560"/>
                  </a:lnTo>
                  <a:lnTo>
                    <a:pt x="5965" y="13246"/>
                  </a:lnTo>
                  <a:lnTo>
                    <a:pt x="6153" y="12869"/>
                  </a:lnTo>
                  <a:lnTo>
                    <a:pt x="6216" y="12555"/>
                  </a:lnTo>
                  <a:lnTo>
                    <a:pt x="6216" y="1946"/>
                  </a:lnTo>
                  <a:lnTo>
                    <a:pt x="6216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27"/>
            <p:cNvSpPr/>
            <p:nvPr/>
          </p:nvSpPr>
          <p:spPr>
            <a:xfrm>
              <a:off x="2073091" y="1695888"/>
              <a:ext cx="252401" cy="583737"/>
            </a:xfrm>
            <a:custGeom>
              <a:rect b="b" l="l" r="r" t="t"/>
              <a:pathLst>
                <a:path extrusionOk="0" fill="none" h="14376" w="6216">
                  <a:moveTo>
                    <a:pt x="64" y="0"/>
                  </a:moveTo>
                  <a:lnTo>
                    <a:pt x="1" y="12555"/>
                  </a:lnTo>
                  <a:lnTo>
                    <a:pt x="1" y="12555"/>
                  </a:lnTo>
                  <a:lnTo>
                    <a:pt x="64" y="12869"/>
                  </a:lnTo>
                  <a:lnTo>
                    <a:pt x="252" y="13246"/>
                  </a:lnTo>
                  <a:lnTo>
                    <a:pt x="566" y="13560"/>
                  </a:lnTo>
                  <a:lnTo>
                    <a:pt x="943" y="13811"/>
                  </a:lnTo>
                  <a:lnTo>
                    <a:pt x="1382" y="14062"/>
                  </a:lnTo>
                  <a:lnTo>
                    <a:pt x="1947" y="14187"/>
                  </a:lnTo>
                  <a:lnTo>
                    <a:pt x="2512" y="14313"/>
                  </a:lnTo>
                  <a:lnTo>
                    <a:pt x="3140" y="14376"/>
                  </a:lnTo>
                  <a:lnTo>
                    <a:pt x="3140" y="14376"/>
                  </a:lnTo>
                  <a:lnTo>
                    <a:pt x="3767" y="14313"/>
                  </a:lnTo>
                  <a:lnTo>
                    <a:pt x="4332" y="14187"/>
                  </a:lnTo>
                  <a:lnTo>
                    <a:pt x="4835" y="14062"/>
                  </a:lnTo>
                  <a:lnTo>
                    <a:pt x="5274" y="13811"/>
                  </a:lnTo>
                  <a:lnTo>
                    <a:pt x="5651" y="13560"/>
                  </a:lnTo>
                  <a:lnTo>
                    <a:pt x="5965" y="13246"/>
                  </a:lnTo>
                  <a:lnTo>
                    <a:pt x="6153" y="12869"/>
                  </a:lnTo>
                  <a:lnTo>
                    <a:pt x="6216" y="12555"/>
                  </a:lnTo>
                  <a:lnTo>
                    <a:pt x="6216" y="1946"/>
                  </a:lnTo>
                  <a:lnTo>
                    <a:pt x="6216" y="0"/>
                  </a:lnTo>
                </a:path>
              </a:pathLst>
            </a:custGeom>
            <a:noFill/>
            <a:ln cap="rnd" cmpd="sng" w="7850">
              <a:solidFill>
                <a:srgbClr val="14002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" name="Google Shape;131;p27"/>
            <p:cNvSpPr/>
            <p:nvPr/>
          </p:nvSpPr>
          <p:spPr>
            <a:xfrm>
              <a:off x="2073091" y="1616872"/>
              <a:ext cx="252401" cy="147883"/>
            </a:xfrm>
            <a:custGeom>
              <a:rect b="b" l="l" r="r" t="t"/>
              <a:pathLst>
                <a:path extrusionOk="0" fill="none" h="3642" w="6216">
                  <a:moveTo>
                    <a:pt x="1" y="1821"/>
                  </a:moveTo>
                  <a:lnTo>
                    <a:pt x="1" y="1821"/>
                  </a:lnTo>
                  <a:lnTo>
                    <a:pt x="64" y="2198"/>
                  </a:lnTo>
                  <a:lnTo>
                    <a:pt x="252" y="2511"/>
                  </a:lnTo>
                  <a:lnTo>
                    <a:pt x="566" y="2825"/>
                  </a:lnTo>
                  <a:lnTo>
                    <a:pt x="943" y="3139"/>
                  </a:lnTo>
                  <a:lnTo>
                    <a:pt x="1382" y="3328"/>
                  </a:lnTo>
                  <a:lnTo>
                    <a:pt x="1947" y="3516"/>
                  </a:lnTo>
                  <a:lnTo>
                    <a:pt x="2512" y="3641"/>
                  </a:lnTo>
                  <a:lnTo>
                    <a:pt x="3140" y="3641"/>
                  </a:lnTo>
                  <a:lnTo>
                    <a:pt x="3140" y="3641"/>
                  </a:lnTo>
                  <a:lnTo>
                    <a:pt x="3767" y="3641"/>
                  </a:lnTo>
                  <a:lnTo>
                    <a:pt x="4332" y="3516"/>
                  </a:lnTo>
                  <a:lnTo>
                    <a:pt x="4897" y="3328"/>
                  </a:lnTo>
                  <a:lnTo>
                    <a:pt x="5337" y="3139"/>
                  </a:lnTo>
                  <a:lnTo>
                    <a:pt x="5713" y="2825"/>
                  </a:lnTo>
                  <a:lnTo>
                    <a:pt x="5965" y="2511"/>
                  </a:lnTo>
                  <a:lnTo>
                    <a:pt x="6153" y="2198"/>
                  </a:lnTo>
                  <a:lnTo>
                    <a:pt x="6216" y="1821"/>
                  </a:lnTo>
                  <a:lnTo>
                    <a:pt x="6216" y="1821"/>
                  </a:lnTo>
                  <a:lnTo>
                    <a:pt x="6153" y="1444"/>
                  </a:lnTo>
                  <a:lnTo>
                    <a:pt x="5965" y="1130"/>
                  </a:lnTo>
                  <a:lnTo>
                    <a:pt x="5713" y="817"/>
                  </a:lnTo>
                  <a:lnTo>
                    <a:pt x="5337" y="503"/>
                  </a:lnTo>
                  <a:lnTo>
                    <a:pt x="4897" y="314"/>
                  </a:lnTo>
                  <a:lnTo>
                    <a:pt x="4332" y="126"/>
                  </a:lnTo>
                  <a:lnTo>
                    <a:pt x="3767" y="0"/>
                  </a:lnTo>
                  <a:lnTo>
                    <a:pt x="3140" y="0"/>
                  </a:lnTo>
                  <a:lnTo>
                    <a:pt x="3140" y="0"/>
                  </a:lnTo>
                  <a:lnTo>
                    <a:pt x="2512" y="0"/>
                  </a:lnTo>
                  <a:lnTo>
                    <a:pt x="1947" y="126"/>
                  </a:lnTo>
                  <a:lnTo>
                    <a:pt x="1382" y="314"/>
                  </a:lnTo>
                  <a:lnTo>
                    <a:pt x="943" y="503"/>
                  </a:lnTo>
                  <a:lnTo>
                    <a:pt x="566" y="817"/>
                  </a:lnTo>
                  <a:lnTo>
                    <a:pt x="252" y="1130"/>
                  </a:lnTo>
                  <a:lnTo>
                    <a:pt x="64" y="1444"/>
                  </a:lnTo>
                  <a:lnTo>
                    <a:pt x="1" y="1821"/>
                  </a:lnTo>
                  <a:lnTo>
                    <a:pt x="1" y="1821"/>
                  </a:lnTo>
                  <a:close/>
                </a:path>
              </a:pathLst>
            </a:custGeom>
            <a:noFill/>
            <a:ln cap="rnd" cmpd="sng" w="7850">
              <a:solidFill>
                <a:srgbClr val="14002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" name="Google Shape;132;p27"/>
            <p:cNvSpPr/>
            <p:nvPr/>
          </p:nvSpPr>
          <p:spPr>
            <a:xfrm>
              <a:off x="2032323" y="1591372"/>
              <a:ext cx="336494" cy="198883"/>
            </a:xfrm>
            <a:custGeom>
              <a:rect b="b" l="l" r="r" t="t"/>
              <a:pathLst>
                <a:path extrusionOk="0" h="4898" w="8287">
                  <a:moveTo>
                    <a:pt x="4144" y="1"/>
                  </a:moveTo>
                  <a:lnTo>
                    <a:pt x="3328" y="64"/>
                  </a:lnTo>
                  <a:lnTo>
                    <a:pt x="2512" y="189"/>
                  </a:lnTo>
                  <a:lnTo>
                    <a:pt x="1821" y="440"/>
                  </a:lnTo>
                  <a:lnTo>
                    <a:pt x="1193" y="691"/>
                  </a:lnTo>
                  <a:lnTo>
                    <a:pt x="691" y="1068"/>
                  </a:lnTo>
                  <a:lnTo>
                    <a:pt x="314" y="1507"/>
                  </a:lnTo>
                  <a:lnTo>
                    <a:pt x="189" y="1696"/>
                  </a:lnTo>
                  <a:lnTo>
                    <a:pt x="63" y="1947"/>
                  </a:lnTo>
                  <a:lnTo>
                    <a:pt x="1" y="2198"/>
                  </a:lnTo>
                  <a:lnTo>
                    <a:pt x="1" y="2449"/>
                  </a:lnTo>
                  <a:lnTo>
                    <a:pt x="1" y="2700"/>
                  </a:lnTo>
                  <a:lnTo>
                    <a:pt x="63" y="2951"/>
                  </a:lnTo>
                  <a:lnTo>
                    <a:pt x="189" y="3202"/>
                  </a:lnTo>
                  <a:lnTo>
                    <a:pt x="314" y="3391"/>
                  </a:lnTo>
                  <a:lnTo>
                    <a:pt x="691" y="3830"/>
                  </a:lnTo>
                  <a:lnTo>
                    <a:pt x="1193" y="4207"/>
                  </a:lnTo>
                  <a:lnTo>
                    <a:pt x="1821" y="4458"/>
                  </a:lnTo>
                  <a:lnTo>
                    <a:pt x="2512" y="4709"/>
                  </a:lnTo>
                  <a:lnTo>
                    <a:pt x="3328" y="4834"/>
                  </a:lnTo>
                  <a:lnTo>
                    <a:pt x="4144" y="4897"/>
                  </a:lnTo>
                  <a:lnTo>
                    <a:pt x="4960" y="4834"/>
                  </a:lnTo>
                  <a:lnTo>
                    <a:pt x="5776" y="4709"/>
                  </a:lnTo>
                  <a:lnTo>
                    <a:pt x="6466" y="4458"/>
                  </a:lnTo>
                  <a:lnTo>
                    <a:pt x="7094" y="4207"/>
                  </a:lnTo>
                  <a:lnTo>
                    <a:pt x="7596" y="3830"/>
                  </a:lnTo>
                  <a:lnTo>
                    <a:pt x="7973" y="3391"/>
                  </a:lnTo>
                  <a:lnTo>
                    <a:pt x="8099" y="3202"/>
                  </a:lnTo>
                  <a:lnTo>
                    <a:pt x="8224" y="2951"/>
                  </a:lnTo>
                  <a:lnTo>
                    <a:pt x="8287" y="2700"/>
                  </a:lnTo>
                  <a:lnTo>
                    <a:pt x="8287" y="2449"/>
                  </a:lnTo>
                  <a:lnTo>
                    <a:pt x="8287" y="2198"/>
                  </a:lnTo>
                  <a:lnTo>
                    <a:pt x="8224" y="1947"/>
                  </a:lnTo>
                  <a:lnTo>
                    <a:pt x="8099" y="1696"/>
                  </a:lnTo>
                  <a:lnTo>
                    <a:pt x="7973" y="1507"/>
                  </a:lnTo>
                  <a:lnTo>
                    <a:pt x="7596" y="1068"/>
                  </a:lnTo>
                  <a:lnTo>
                    <a:pt x="7094" y="691"/>
                  </a:lnTo>
                  <a:lnTo>
                    <a:pt x="6466" y="440"/>
                  </a:lnTo>
                  <a:lnTo>
                    <a:pt x="5776" y="189"/>
                  </a:lnTo>
                  <a:lnTo>
                    <a:pt x="4960" y="64"/>
                  </a:lnTo>
                  <a:lnTo>
                    <a:pt x="4144" y="1"/>
                  </a:lnTo>
                  <a:close/>
                </a:path>
              </a:pathLst>
            </a:custGeom>
            <a:solidFill>
              <a:srgbClr val="14002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" name="Google Shape;133;p27"/>
            <p:cNvSpPr/>
            <p:nvPr/>
          </p:nvSpPr>
          <p:spPr>
            <a:xfrm>
              <a:off x="2073091" y="1331382"/>
              <a:ext cx="252401" cy="420627"/>
            </a:xfrm>
            <a:custGeom>
              <a:rect b="b" l="l" r="r" t="t"/>
              <a:pathLst>
                <a:path extrusionOk="0" h="10359" w="6216">
                  <a:moveTo>
                    <a:pt x="64" y="1"/>
                  </a:moveTo>
                  <a:lnTo>
                    <a:pt x="1" y="8538"/>
                  </a:lnTo>
                  <a:lnTo>
                    <a:pt x="64" y="8915"/>
                  </a:lnTo>
                  <a:lnTo>
                    <a:pt x="252" y="9229"/>
                  </a:lnTo>
                  <a:lnTo>
                    <a:pt x="566" y="9542"/>
                  </a:lnTo>
                  <a:lnTo>
                    <a:pt x="943" y="9856"/>
                  </a:lnTo>
                  <a:lnTo>
                    <a:pt x="1382" y="10045"/>
                  </a:lnTo>
                  <a:lnTo>
                    <a:pt x="1947" y="10233"/>
                  </a:lnTo>
                  <a:lnTo>
                    <a:pt x="2512" y="10359"/>
                  </a:lnTo>
                  <a:lnTo>
                    <a:pt x="3767" y="10359"/>
                  </a:lnTo>
                  <a:lnTo>
                    <a:pt x="4332" y="10233"/>
                  </a:lnTo>
                  <a:lnTo>
                    <a:pt x="4835" y="10045"/>
                  </a:lnTo>
                  <a:lnTo>
                    <a:pt x="5274" y="9856"/>
                  </a:lnTo>
                  <a:lnTo>
                    <a:pt x="5651" y="9542"/>
                  </a:lnTo>
                  <a:lnTo>
                    <a:pt x="5965" y="9229"/>
                  </a:lnTo>
                  <a:lnTo>
                    <a:pt x="6153" y="8915"/>
                  </a:lnTo>
                  <a:lnTo>
                    <a:pt x="6216" y="8538"/>
                  </a:lnTo>
                  <a:lnTo>
                    <a:pt x="6216" y="1947"/>
                  </a:lnTo>
                  <a:lnTo>
                    <a:pt x="6216" y="1"/>
                  </a:lnTo>
                  <a:close/>
                </a:path>
              </a:pathLst>
            </a:custGeom>
            <a:solidFill>
              <a:srgbClr val="99999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" name="Google Shape;134;p27"/>
            <p:cNvSpPr/>
            <p:nvPr/>
          </p:nvSpPr>
          <p:spPr>
            <a:xfrm>
              <a:off x="2073091" y="1331382"/>
              <a:ext cx="252401" cy="420627"/>
            </a:xfrm>
            <a:custGeom>
              <a:rect b="b" l="l" r="r" t="t"/>
              <a:pathLst>
                <a:path extrusionOk="0" fill="none" h="10359" w="6216">
                  <a:moveTo>
                    <a:pt x="64" y="1"/>
                  </a:moveTo>
                  <a:lnTo>
                    <a:pt x="1" y="8538"/>
                  </a:lnTo>
                  <a:lnTo>
                    <a:pt x="1" y="8538"/>
                  </a:lnTo>
                  <a:lnTo>
                    <a:pt x="64" y="8915"/>
                  </a:lnTo>
                  <a:lnTo>
                    <a:pt x="252" y="9229"/>
                  </a:lnTo>
                  <a:lnTo>
                    <a:pt x="566" y="9542"/>
                  </a:lnTo>
                  <a:lnTo>
                    <a:pt x="943" y="9856"/>
                  </a:lnTo>
                  <a:lnTo>
                    <a:pt x="1382" y="10045"/>
                  </a:lnTo>
                  <a:lnTo>
                    <a:pt x="1947" y="10233"/>
                  </a:lnTo>
                  <a:lnTo>
                    <a:pt x="2512" y="10359"/>
                  </a:lnTo>
                  <a:lnTo>
                    <a:pt x="3140" y="10359"/>
                  </a:lnTo>
                  <a:lnTo>
                    <a:pt x="3140" y="10359"/>
                  </a:lnTo>
                  <a:lnTo>
                    <a:pt x="3767" y="10359"/>
                  </a:lnTo>
                  <a:lnTo>
                    <a:pt x="4332" y="10233"/>
                  </a:lnTo>
                  <a:lnTo>
                    <a:pt x="4835" y="10045"/>
                  </a:lnTo>
                  <a:lnTo>
                    <a:pt x="5274" y="9856"/>
                  </a:lnTo>
                  <a:lnTo>
                    <a:pt x="5651" y="9542"/>
                  </a:lnTo>
                  <a:lnTo>
                    <a:pt x="5965" y="9229"/>
                  </a:lnTo>
                  <a:lnTo>
                    <a:pt x="6153" y="8915"/>
                  </a:lnTo>
                  <a:lnTo>
                    <a:pt x="6216" y="8538"/>
                  </a:lnTo>
                  <a:lnTo>
                    <a:pt x="6216" y="1947"/>
                  </a:lnTo>
                  <a:lnTo>
                    <a:pt x="6216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" name="Google Shape;135;p27"/>
            <p:cNvSpPr/>
            <p:nvPr/>
          </p:nvSpPr>
          <p:spPr>
            <a:xfrm>
              <a:off x="2073091" y="1331382"/>
              <a:ext cx="252401" cy="420627"/>
            </a:xfrm>
            <a:custGeom>
              <a:rect b="b" l="l" r="r" t="t"/>
              <a:pathLst>
                <a:path extrusionOk="0" fill="none" h="10359" w="6216">
                  <a:moveTo>
                    <a:pt x="64" y="1"/>
                  </a:moveTo>
                  <a:lnTo>
                    <a:pt x="1" y="8538"/>
                  </a:lnTo>
                  <a:lnTo>
                    <a:pt x="1" y="8538"/>
                  </a:lnTo>
                  <a:lnTo>
                    <a:pt x="64" y="8915"/>
                  </a:lnTo>
                  <a:lnTo>
                    <a:pt x="252" y="9229"/>
                  </a:lnTo>
                  <a:lnTo>
                    <a:pt x="566" y="9542"/>
                  </a:lnTo>
                  <a:lnTo>
                    <a:pt x="943" y="9856"/>
                  </a:lnTo>
                  <a:lnTo>
                    <a:pt x="1382" y="10045"/>
                  </a:lnTo>
                  <a:lnTo>
                    <a:pt x="1947" y="10233"/>
                  </a:lnTo>
                  <a:lnTo>
                    <a:pt x="2512" y="10359"/>
                  </a:lnTo>
                  <a:lnTo>
                    <a:pt x="3140" y="10359"/>
                  </a:lnTo>
                  <a:lnTo>
                    <a:pt x="3140" y="10359"/>
                  </a:lnTo>
                  <a:lnTo>
                    <a:pt x="3767" y="10359"/>
                  </a:lnTo>
                  <a:lnTo>
                    <a:pt x="4332" y="10233"/>
                  </a:lnTo>
                  <a:lnTo>
                    <a:pt x="4835" y="10045"/>
                  </a:lnTo>
                  <a:lnTo>
                    <a:pt x="5274" y="9856"/>
                  </a:lnTo>
                  <a:lnTo>
                    <a:pt x="5651" y="9542"/>
                  </a:lnTo>
                  <a:lnTo>
                    <a:pt x="5965" y="9229"/>
                  </a:lnTo>
                  <a:lnTo>
                    <a:pt x="6153" y="8915"/>
                  </a:lnTo>
                  <a:lnTo>
                    <a:pt x="6216" y="8538"/>
                  </a:lnTo>
                  <a:lnTo>
                    <a:pt x="6216" y="1947"/>
                  </a:lnTo>
                  <a:lnTo>
                    <a:pt x="6216" y="1"/>
                  </a:lnTo>
                </a:path>
              </a:pathLst>
            </a:custGeom>
            <a:noFill/>
            <a:ln cap="rnd" cmpd="sng" w="7850">
              <a:solidFill>
                <a:srgbClr val="14002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" name="Google Shape;136;p27"/>
            <p:cNvSpPr/>
            <p:nvPr/>
          </p:nvSpPr>
          <p:spPr>
            <a:xfrm>
              <a:off x="2073091" y="1252365"/>
              <a:ext cx="252401" cy="147883"/>
            </a:xfrm>
            <a:custGeom>
              <a:rect b="b" l="l" r="r" t="t"/>
              <a:pathLst>
                <a:path extrusionOk="0" fill="none" h="3642" w="6216">
                  <a:moveTo>
                    <a:pt x="1" y="1821"/>
                  </a:moveTo>
                  <a:lnTo>
                    <a:pt x="1" y="1821"/>
                  </a:lnTo>
                  <a:lnTo>
                    <a:pt x="64" y="2198"/>
                  </a:lnTo>
                  <a:lnTo>
                    <a:pt x="252" y="2512"/>
                  </a:lnTo>
                  <a:lnTo>
                    <a:pt x="566" y="2826"/>
                  </a:lnTo>
                  <a:lnTo>
                    <a:pt x="943" y="3139"/>
                  </a:lnTo>
                  <a:lnTo>
                    <a:pt x="1382" y="3328"/>
                  </a:lnTo>
                  <a:lnTo>
                    <a:pt x="1947" y="3516"/>
                  </a:lnTo>
                  <a:lnTo>
                    <a:pt x="2512" y="3642"/>
                  </a:lnTo>
                  <a:lnTo>
                    <a:pt x="3140" y="3642"/>
                  </a:lnTo>
                  <a:lnTo>
                    <a:pt x="3140" y="3642"/>
                  </a:lnTo>
                  <a:lnTo>
                    <a:pt x="3767" y="3642"/>
                  </a:lnTo>
                  <a:lnTo>
                    <a:pt x="4332" y="3516"/>
                  </a:lnTo>
                  <a:lnTo>
                    <a:pt x="4897" y="3328"/>
                  </a:lnTo>
                  <a:lnTo>
                    <a:pt x="5337" y="3139"/>
                  </a:lnTo>
                  <a:lnTo>
                    <a:pt x="5713" y="2826"/>
                  </a:lnTo>
                  <a:lnTo>
                    <a:pt x="5965" y="2512"/>
                  </a:lnTo>
                  <a:lnTo>
                    <a:pt x="6153" y="2198"/>
                  </a:lnTo>
                  <a:lnTo>
                    <a:pt x="6216" y="1821"/>
                  </a:lnTo>
                  <a:lnTo>
                    <a:pt x="6216" y="1821"/>
                  </a:lnTo>
                  <a:lnTo>
                    <a:pt x="6153" y="1445"/>
                  </a:lnTo>
                  <a:lnTo>
                    <a:pt x="5965" y="1131"/>
                  </a:lnTo>
                  <a:lnTo>
                    <a:pt x="5713" y="817"/>
                  </a:lnTo>
                  <a:lnTo>
                    <a:pt x="5337" y="503"/>
                  </a:lnTo>
                  <a:lnTo>
                    <a:pt x="4897" y="315"/>
                  </a:lnTo>
                  <a:lnTo>
                    <a:pt x="4332" y="126"/>
                  </a:lnTo>
                  <a:lnTo>
                    <a:pt x="3767" y="1"/>
                  </a:lnTo>
                  <a:lnTo>
                    <a:pt x="3140" y="1"/>
                  </a:lnTo>
                  <a:lnTo>
                    <a:pt x="3140" y="1"/>
                  </a:lnTo>
                  <a:lnTo>
                    <a:pt x="2512" y="1"/>
                  </a:lnTo>
                  <a:lnTo>
                    <a:pt x="1947" y="126"/>
                  </a:lnTo>
                  <a:lnTo>
                    <a:pt x="1382" y="315"/>
                  </a:lnTo>
                  <a:lnTo>
                    <a:pt x="943" y="503"/>
                  </a:lnTo>
                  <a:lnTo>
                    <a:pt x="566" y="817"/>
                  </a:lnTo>
                  <a:lnTo>
                    <a:pt x="252" y="1131"/>
                  </a:lnTo>
                  <a:lnTo>
                    <a:pt x="64" y="1445"/>
                  </a:lnTo>
                  <a:lnTo>
                    <a:pt x="1" y="1821"/>
                  </a:lnTo>
                  <a:lnTo>
                    <a:pt x="1" y="1821"/>
                  </a:lnTo>
                  <a:close/>
                </a:path>
              </a:pathLst>
            </a:custGeom>
            <a:noFill/>
            <a:ln cap="rnd" cmpd="sng" w="7850">
              <a:solidFill>
                <a:srgbClr val="14002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" name="Google Shape;137;p27"/>
            <p:cNvSpPr/>
            <p:nvPr/>
          </p:nvSpPr>
          <p:spPr>
            <a:xfrm>
              <a:off x="2032323" y="1226866"/>
              <a:ext cx="336494" cy="198883"/>
            </a:xfrm>
            <a:custGeom>
              <a:rect b="b" l="l" r="r" t="t"/>
              <a:pathLst>
                <a:path extrusionOk="0" h="4898" w="8287">
                  <a:moveTo>
                    <a:pt x="4144" y="1"/>
                  </a:moveTo>
                  <a:lnTo>
                    <a:pt x="3328" y="64"/>
                  </a:lnTo>
                  <a:lnTo>
                    <a:pt x="2512" y="189"/>
                  </a:lnTo>
                  <a:lnTo>
                    <a:pt x="1821" y="440"/>
                  </a:lnTo>
                  <a:lnTo>
                    <a:pt x="1193" y="692"/>
                  </a:lnTo>
                  <a:lnTo>
                    <a:pt x="691" y="1068"/>
                  </a:lnTo>
                  <a:lnTo>
                    <a:pt x="314" y="1508"/>
                  </a:lnTo>
                  <a:lnTo>
                    <a:pt x="189" y="1696"/>
                  </a:lnTo>
                  <a:lnTo>
                    <a:pt x="63" y="1947"/>
                  </a:lnTo>
                  <a:lnTo>
                    <a:pt x="1" y="2198"/>
                  </a:lnTo>
                  <a:lnTo>
                    <a:pt x="1" y="2449"/>
                  </a:lnTo>
                  <a:lnTo>
                    <a:pt x="1" y="2700"/>
                  </a:lnTo>
                  <a:lnTo>
                    <a:pt x="63" y="2951"/>
                  </a:lnTo>
                  <a:lnTo>
                    <a:pt x="189" y="3202"/>
                  </a:lnTo>
                  <a:lnTo>
                    <a:pt x="314" y="3391"/>
                  </a:lnTo>
                  <a:lnTo>
                    <a:pt x="691" y="3830"/>
                  </a:lnTo>
                  <a:lnTo>
                    <a:pt x="1193" y="4207"/>
                  </a:lnTo>
                  <a:lnTo>
                    <a:pt x="1821" y="4458"/>
                  </a:lnTo>
                  <a:lnTo>
                    <a:pt x="2512" y="4709"/>
                  </a:lnTo>
                  <a:lnTo>
                    <a:pt x="3328" y="4835"/>
                  </a:lnTo>
                  <a:lnTo>
                    <a:pt x="4144" y="4897"/>
                  </a:lnTo>
                  <a:lnTo>
                    <a:pt x="4960" y="4835"/>
                  </a:lnTo>
                  <a:lnTo>
                    <a:pt x="5776" y="4709"/>
                  </a:lnTo>
                  <a:lnTo>
                    <a:pt x="6466" y="4458"/>
                  </a:lnTo>
                  <a:lnTo>
                    <a:pt x="7094" y="4207"/>
                  </a:lnTo>
                  <a:lnTo>
                    <a:pt x="7596" y="3830"/>
                  </a:lnTo>
                  <a:lnTo>
                    <a:pt x="7973" y="3391"/>
                  </a:lnTo>
                  <a:lnTo>
                    <a:pt x="8099" y="3202"/>
                  </a:lnTo>
                  <a:lnTo>
                    <a:pt x="8224" y="2951"/>
                  </a:lnTo>
                  <a:lnTo>
                    <a:pt x="8287" y="2700"/>
                  </a:lnTo>
                  <a:lnTo>
                    <a:pt x="8287" y="2449"/>
                  </a:lnTo>
                  <a:lnTo>
                    <a:pt x="8287" y="2198"/>
                  </a:lnTo>
                  <a:lnTo>
                    <a:pt x="8224" y="1947"/>
                  </a:lnTo>
                  <a:lnTo>
                    <a:pt x="8099" y="1696"/>
                  </a:lnTo>
                  <a:lnTo>
                    <a:pt x="7973" y="1508"/>
                  </a:lnTo>
                  <a:lnTo>
                    <a:pt x="7596" y="1068"/>
                  </a:lnTo>
                  <a:lnTo>
                    <a:pt x="7094" y="692"/>
                  </a:lnTo>
                  <a:lnTo>
                    <a:pt x="6466" y="440"/>
                  </a:lnTo>
                  <a:lnTo>
                    <a:pt x="5776" y="189"/>
                  </a:lnTo>
                  <a:lnTo>
                    <a:pt x="4960" y="64"/>
                  </a:lnTo>
                  <a:lnTo>
                    <a:pt x="4144" y="1"/>
                  </a:lnTo>
                  <a:close/>
                </a:path>
              </a:pathLst>
            </a:custGeom>
            <a:solidFill>
              <a:srgbClr val="14002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27"/>
            <p:cNvSpPr/>
            <p:nvPr/>
          </p:nvSpPr>
          <p:spPr>
            <a:xfrm>
              <a:off x="2073091" y="971991"/>
              <a:ext cx="252401" cy="420627"/>
            </a:xfrm>
            <a:custGeom>
              <a:rect b="b" l="l" r="r" t="t"/>
              <a:pathLst>
                <a:path extrusionOk="0" h="10359" w="6216">
                  <a:moveTo>
                    <a:pt x="64" y="1"/>
                  </a:moveTo>
                  <a:lnTo>
                    <a:pt x="1" y="8538"/>
                  </a:lnTo>
                  <a:lnTo>
                    <a:pt x="64" y="8915"/>
                  </a:lnTo>
                  <a:lnTo>
                    <a:pt x="252" y="9228"/>
                  </a:lnTo>
                  <a:lnTo>
                    <a:pt x="566" y="9542"/>
                  </a:lnTo>
                  <a:lnTo>
                    <a:pt x="943" y="9793"/>
                  </a:lnTo>
                  <a:lnTo>
                    <a:pt x="1382" y="10044"/>
                  </a:lnTo>
                  <a:lnTo>
                    <a:pt x="1947" y="10233"/>
                  </a:lnTo>
                  <a:lnTo>
                    <a:pt x="2512" y="10296"/>
                  </a:lnTo>
                  <a:lnTo>
                    <a:pt x="3140" y="10358"/>
                  </a:lnTo>
                  <a:lnTo>
                    <a:pt x="3767" y="10296"/>
                  </a:lnTo>
                  <a:lnTo>
                    <a:pt x="4332" y="10233"/>
                  </a:lnTo>
                  <a:lnTo>
                    <a:pt x="4835" y="10044"/>
                  </a:lnTo>
                  <a:lnTo>
                    <a:pt x="5274" y="9793"/>
                  </a:lnTo>
                  <a:lnTo>
                    <a:pt x="5651" y="9542"/>
                  </a:lnTo>
                  <a:lnTo>
                    <a:pt x="5965" y="9228"/>
                  </a:lnTo>
                  <a:lnTo>
                    <a:pt x="6153" y="8915"/>
                  </a:lnTo>
                  <a:lnTo>
                    <a:pt x="6216" y="8538"/>
                  </a:lnTo>
                  <a:lnTo>
                    <a:pt x="6216" y="1947"/>
                  </a:lnTo>
                  <a:lnTo>
                    <a:pt x="6216" y="1"/>
                  </a:lnTo>
                  <a:close/>
                </a:path>
              </a:pathLst>
            </a:custGeom>
            <a:solidFill>
              <a:srgbClr val="99999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" name="Google Shape;139;p27"/>
            <p:cNvSpPr/>
            <p:nvPr/>
          </p:nvSpPr>
          <p:spPr>
            <a:xfrm>
              <a:off x="2073091" y="971991"/>
              <a:ext cx="252401" cy="420627"/>
            </a:xfrm>
            <a:custGeom>
              <a:rect b="b" l="l" r="r" t="t"/>
              <a:pathLst>
                <a:path extrusionOk="0" fill="none" h="10359" w="6216">
                  <a:moveTo>
                    <a:pt x="64" y="1"/>
                  </a:moveTo>
                  <a:lnTo>
                    <a:pt x="1" y="8538"/>
                  </a:lnTo>
                  <a:lnTo>
                    <a:pt x="1" y="8538"/>
                  </a:lnTo>
                  <a:lnTo>
                    <a:pt x="64" y="8915"/>
                  </a:lnTo>
                  <a:lnTo>
                    <a:pt x="252" y="9228"/>
                  </a:lnTo>
                  <a:lnTo>
                    <a:pt x="566" y="9542"/>
                  </a:lnTo>
                  <a:lnTo>
                    <a:pt x="943" y="9793"/>
                  </a:lnTo>
                  <a:lnTo>
                    <a:pt x="1382" y="10044"/>
                  </a:lnTo>
                  <a:lnTo>
                    <a:pt x="1947" y="10233"/>
                  </a:lnTo>
                  <a:lnTo>
                    <a:pt x="2512" y="10296"/>
                  </a:lnTo>
                  <a:lnTo>
                    <a:pt x="3140" y="10358"/>
                  </a:lnTo>
                  <a:lnTo>
                    <a:pt x="3140" y="10358"/>
                  </a:lnTo>
                  <a:lnTo>
                    <a:pt x="3767" y="10296"/>
                  </a:lnTo>
                  <a:lnTo>
                    <a:pt x="4332" y="10233"/>
                  </a:lnTo>
                  <a:lnTo>
                    <a:pt x="4835" y="10044"/>
                  </a:lnTo>
                  <a:lnTo>
                    <a:pt x="5274" y="9793"/>
                  </a:lnTo>
                  <a:lnTo>
                    <a:pt x="5651" y="9542"/>
                  </a:lnTo>
                  <a:lnTo>
                    <a:pt x="5965" y="9228"/>
                  </a:lnTo>
                  <a:lnTo>
                    <a:pt x="6153" y="8915"/>
                  </a:lnTo>
                  <a:lnTo>
                    <a:pt x="6216" y="8538"/>
                  </a:lnTo>
                  <a:lnTo>
                    <a:pt x="6216" y="1947"/>
                  </a:lnTo>
                  <a:lnTo>
                    <a:pt x="6216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" name="Google Shape;140;p27"/>
            <p:cNvSpPr/>
            <p:nvPr/>
          </p:nvSpPr>
          <p:spPr>
            <a:xfrm>
              <a:off x="2073091" y="971991"/>
              <a:ext cx="252401" cy="420627"/>
            </a:xfrm>
            <a:custGeom>
              <a:rect b="b" l="l" r="r" t="t"/>
              <a:pathLst>
                <a:path extrusionOk="0" fill="none" h="10359" w="6216">
                  <a:moveTo>
                    <a:pt x="64" y="1"/>
                  </a:moveTo>
                  <a:lnTo>
                    <a:pt x="1" y="8538"/>
                  </a:lnTo>
                  <a:lnTo>
                    <a:pt x="1" y="8538"/>
                  </a:lnTo>
                  <a:lnTo>
                    <a:pt x="64" y="8915"/>
                  </a:lnTo>
                  <a:lnTo>
                    <a:pt x="252" y="9228"/>
                  </a:lnTo>
                  <a:lnTo>
                    <a:pt x="566" y="9542"/>
                  </a:lnTo>
                  <a:lnTo>
                    <a:pt x="943" y="9793"/>
                  </a:lnTo>
                  <a:lnTo>
                    <a:pt x="1382" y="10044"/>
                  </a:lnTo>
                  <a:lnTo>
                    <a:pt x="1947" y="10233"/>
                  </a:lnTo>
                  <a:lnTo>
                    <a:pt x="2512" y="10296"/>
                  </a:lnTo>
                  <a:lnTo>
                    <a:pt x="3140" y="10358"/>
                  </a:lnTo>
                  <a:lnTo>
                    <a:pt x="3140" y="10358"/>
                  </a:lnTo>
                  <a:lnTo>
                    <a:pt x="3767" y="10296"/>
                  </a:lnTo>
                  <a:lnTo>
                    <a:pt x="4332" y="10233"/>
                  </a:lnTo>
                  <a:lnTo>
                    <a:pt x="4835" y="10044"/>
                  </a:lnTo>
                  <a:lnTo>
                    <a:pt x="5274" y="9793"/>
                  </a:lnTo>
                  <a:lnTo>
                    <a:pt x="5651" y="9542"/>
                  </a:lnTo>
                  <a:lnTo>
                    <a:pt x="5965" y="9228"/>
                  </a:lnTo>
                  <a:lnTo>
                    <a:pt x="6153" y="8915"/>
                  </a:lnTo>
                  <a:lnTo>
                    <a:pt x="6216" y="8538"/>
                  </a:lnTo>
                  <a:lnTo>
                    <a:pt x="6216" y="1947"/>
                  </a:lnTo>
                  <a:lnTo>
                    <a:pt x="6216" y="1"/>
                  </a:lnTo>
                </a:path>
              </a:pathLst>
            </a:custGeom>
            <a:noFill/>
            <a:ln cap="rnd" cmpd="sng" w="7850">
              <a:solidFill>
                <a:srgbClr val="14002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" name="Google Shape;141;p27"/>
            <p:cNvSpPr/>
            <p:nvPr/>
          </p:nvSpPr>
          <p:spPr>
            <a:xfrm>
              <a:off x="2073091" y="892975"/>
              <a:ext cx="252401" cy="147883"/>
            </a:xfrm>
            <a:custGeom>
              <a:rect b="b" l="l" r="r" t="t"/>
              <a:pathLst>
                <a:path extrusionOk="0" fill="none" h="3642" w="6216">
                  <a:moveTo>
                    <a:pt x="1" y="1821"/>
                  </a:moveTo>
                  <a:lnTo>
                    <a:pt x="1" y="1821"/>
                  </a:lnTo>
                  <a:lnTo>
                    <a:pt x="64" y="2198"/>
                  </a:lnTo>
                  <a:lnTo>
                    <a:pt x="252" y="2512"/>
                  </a:lnTo>
                  <a:lnTo>
                    <a:pt x="566" y="2825"/>
                  </a:lnTo>
                  <a:lnTo>
                    <a:pt x="943" y="3076"/>
                  </a:lnTo>
                  <a:lnTo>
                    <a:pt x="1382" y="3328"/>
                  </a:lnTo>
                  <a:lnTo>
                    <a:pt x="1947" y="3516"/>
                  </a:lnTo>
                  <a:lnTo>
                    <a:pt x="2512" y="3579"/>
                  </a:lnTo>
                  <a:lnTo>
                    <a:pt x="3140" y="3641"/>
                  </a:lnTo>
                  <a:lnTo>
                    <a:pt x="3140" y="3641"/>
                  </a:lnTo>
                  <a:lnTo>
                    <a:pt x="3767" y="3579"/>
                  </a:lnTo>
                  <a:lnTo>
                    <a:pt x="4332" y="3516"/>
                  </a:lnTo>
                  <a:lnTo>
                    <a:pt x="4897" y="3328"/>
                  </a:lnTo>
                  <a:lnTo>
                    <a:pt x="5337" y="3076"/>
                  </a:lnTo>
                  <a:lnTo>
                    <a:pt x="5713" y="2825"/>
                  </a:lnTo>
                  <a:lnTo>
                    <a:pt x="5965" y="2512"/>
                  </a:lnTo>
                  <a:lnTo>
                    <a:pt x="6153" y="2198"/>
                  </a:lnTo>
                  <a:lnTo>
                    <a:pt x="6216" y="1821"/>
                  </a:lnTo>
                  <a:lnTo>
                    <a:pt x="6216" y="1821"/>
                  </a:lnTo>
                  <a:lnTo>
                    <a:pt x="6153" y="1444"/>
                  </a:lnTo>
                  <a:lnTo>
                    <a:pt x="5965" y="1068"/>
                  </a:lnTo>
                  <a:lnTo>
                    <a:pt x="5713" y="754"/>
                  </a:lnTo>
                  <a:lnTo>
                    <a:pt x="5337" y="503"/>
                  </a:lnTo>
                  <a:lnTo>
                    <a:pt x="4897" y="314"/>
                  </a:lnTo>
                  <a:lnTo>
                    <a:pt x="4332" y="126"/>
                  </a:lnTo>
                  <a:lnTo>
                    <a:pt x="3767" y="1"/>
                  </a:lnTo>
                  <a:lnTo>
                    <a:pt x="3140" y="1"/>
                  </a:lnTo>
                  <a:lnTo>
                    <a:pt x="3140" y="1"/>
                  </a:lnTo>
                  <a:lnTo>
                    <a:pt x="2512" y="1"/>
                  </a:lnTo>
                  <a:lnTo>
                    <a:pt x="1947" y="126"/>
                  </a:lnTo>
                  <a:lnTo>
                    <a:pt x="1382" y="314"/>
                  </a:lnTo>
                  <a:lnTo>
                    <a:pt x="943" y="503"/>
                  </a:lnTo>
                  <a:lnTo>
                    <a:pt x="566" y="754"/>
                  </a:lnTo>
                  <a:lnTo>
                    <a:pt x="252" y="1068"/>
                  </a:lnTo>
                  <a:lnTo>
                    <a:pt x="64" y="1444"/>
                  </a:lnTo>
                  <a:lnTo>
                    <a:pt x="1" y="1821"/>
                  </a:lnTo>
                  <a:lnTo>
                    <a:pt x="1" y="1821"/>
                  </a:lnTo>
                  <a:close/>
                </a:path>
              </a:pathLst>
            </a:custGeom>
            <a:noFill/>
            <a:ln cap="rnd" cmpd="sng" w="7850">
              <a:solidFill>
                <a:srgbClr val="14002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" name="Google Shape;142;p27"/>
            <p:cNvSpPr/>
            <p:nvPr/>
          </p:nvSpPr>
          <p:spPr>
            <a:xfrm>
              <a:off x="2073091" y="892975"/>
              <a:ext cx="252401" cy="147883"/>
            </a:xfrm>
            <a:custGeom>
              <a:rect b="b" l="l" r="r" t="t"/>
              <a:pathLst>
                <a:path extrusionOk="0" h="3642" w="6216">
                  <a:moveTo>
                    <a:pt x="2512" y="1"/>
                  </a:moveTo>
                  <a:lnTo>
                    <a:pt x="1947" y="126"/>
                  </a:lnTo>
                  <a:lnTo>
                    <a:pt x="1382" y="314"/>
                  </a:lnTo>
                  <a:lnTo>
                    <a:pt x="943" y="503"/>
                  </a:lnTo>
                  <a:lnTo>
                    <a:pt x="566" y="754"/>
                  </a:lnTo>
                  <a:lnTo>
                    <a:pt x="252" y="1068"/>
                  </a:lnTo>
                  <a:lnTo>
                    <a:pt x="64" y="1444"/>
                  </a:lnTo>
                  <a:lnTo>
                    <a:pt x="1" y="1821"/>
                  </a:lnTo>
                  <a:lnTo>
                    <a:pt x="64" y="2198"/>
                  </a:lnTo>
                  <a:lnTo>
                    <a:pt x="252" y="2512"/>
                  </a:lnTo>
                  <a:lnTo>
                    <a:pt x="566" y="2825"/>
                  </a:lnTo>
                  <a:lnTo>
                    <a:pt x="943" y="3076"/>
                  </a:lnTo>
                  <a:lnTo>
                    <a:pt x="1382" y="3328"/>
                  </a:lnTo>
                  <a:lnTo>
                    <a:pt x="1947" y="3516"/>
                  </a:lnTo>
                  <a:lnTo>
                    <a:pt x="2512" y="3579"/>
                  </a:lnTo>
                  <a:lnTo>
                    <a:pt x="3140" y="3641"/>
                  </a:lnTo>
                  <a:lnTo>
                    <a:pt x="3767" y="3579"/>
                  </a:lnTo>
                  <a:lnTo>
                    <a:pt x="4332" y="3516"/>
                  </a:lnTo>
                  <a:lnTo>
                    <a:pt x="4897" y="3328"/>
                  </a:lnTo>
                  <a:lnTo>
                    <a:pt x="5337" y="3076"/>
                  </a:lnTo>
                  <a:lnTo>
                    <a:pt x="5713" y="2825"/>
                  </a:lnTo>
                  <a:lnTo>
                    <a:pt x="5965" y="2512"/>
                  </a:lnTo>
                  <a:lnTo>
                    <a:pt x="6153" y="2198"/>
                  </a:lnTo>
                  <a:lnTo>
                    <a:pt x="6216" y="1821"/>
                  </a:lnTo>
                  <a:lnTo>
                    <a:pt x="6153" y="1444"/>
                  </a:lnTo>
                  <a:lnTo>
                    <a:pt x="5965" y="1068"/>
                  </a:lnTo>
                  <a:lnTo>
                    <a:pt x="5713" y="754"/>
                  </a:lnTo>
                  <a:lnTo>
                    <a:pt x="5337" y="503"/>
                  </a:lnTo>
                  <a:lnTo>
                    <a:pt x="4897" y="314"/>
                  </a:lnTo>
                  <a:lnTo>
                    <a:pt x="4332" y="126"/>
                  </a:lnTo>
                  <a:lnTo>
                    <a:pt x="3767" y="1"/>
                  </a:lnTo>
                  <a:close/>
                </a:path>
              </a:pathLst>
            </a:custGeom>
            <a:solidFill>
              <a:srgbClr val="14002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" name="Google Shape;143;p27"/>
            <p:cNvSpPr/>
            <p:nvPr/>
          </p:nvSpPr>
          <p:spPr>
            <a:xfrm>
              <a:off x="2118974" y="918475"/>
              <a:ext cx="163191" cy="86692"/>
            </a:xfrm>
            <a:custGeom>
              <a:rect b="b" l="l" r="r" t="t"/>
              <a:pathLst>
                <a:path extrusionOk="0" h="2135" w="4019">
                  <a:moveTo>
                    <a:pt x="1570" y="0"/>
                  </a:moveTo>
                  <a:lnTo>
                    <a:pt x="1194" y="63"/>
                  </a:lnTo>
                  <a:lnTo>
                    <a:pt x="880" y="126"/>
                  </a:lnTo>
                  <a:lnTo>
                    <a:pt x="566" y="314"/>
                  </a:lnTo>
                  <a:lnTo>
                    <a:pt x="315" y="440"/>
                  </a:lnTo>
                  <a:lnTo>
                    <a:pt x="126" y="628"/>
                  </a:lnTo>
                  <a:lnTo>
                    <a:pt x="1" y="816"/>
                  </a:lnTo>
                  <a:lnTo>
                    <a:pt x="1" y="1067"/>
                  </a:lnTo>
                  <a:lnTo>
                    <a:pt x="1" y="1256"/>
                  </a:lnTo>
                  <a:lnTo>
                    <a:pt x="126" y="1444"/>
                  </a:lnTo>
                  <a:lnTo>
                    <a:pt x="315" y="1632"/>
                  </a:lnTo>
                  <a:lnTo>
                    <a:pt x="566" y="1821"/>
                  </a:lnTo>
                  <a:lnTo>
                    <a:pt x="880" y="1946"/>
                  </a:lnTo>
                  <a:lnTo>
                    <a:pt x="1194" y="2009"/>
                  </a:lnTo>
                  <a:lnTo>
                    <a:pt x="1570" y="2072"/>
                  </a:lnTo>
                  <a:lnTo>
                    <a:pt x="2010" y="2135"/>
                  </a:lnTo>
                  <a:lnTo>
                    <a:pt x="2386" y="2072"/>
                  </a:lnTo>
                  <a:lnTo>
                    <a:pt x="2763" y="2009"/>
                  </a:lnTo>
                  <a:lnTo>
                    <a:pt x="3140" y="1946"/>
                  </a:lnTo>
                  <a:lnTo>
                    <a:pt x="3454" y="1821"/>
                  </a:lnTo>
                  <a:lnTo>
                    <a:pt x="3705" y="1632"/>
                  </a:lnTo>
                  <a:lnTo>
                    <a:pt x="3893" y="1444"/>
                  </a:lnTo>
                  <a:lnTo>
                    <a:pt x="3956" y="1256"/>
                  </a:lnTo>
                  <a:lnTo>
                    <a:pt x="4018" y="1067"/>
                  </a:lnTo>
                  <a:lnTo>
                    <a:pt x="3956" y="816"/>
                  </a:lnTo>
                  <a:lnTo>
                    <a:pt x="3893" y="628"/>
                  </a:lnTo>
                  <a:lnTo>
                    <a:pt x="3705" y="440"/>
                  </a:lnTo>
                  <a:lnTo>
                    <a:pt x="3454" y="314"/>
                  </a:lnTo>
                  <a:lnTo>
                    <a:pt x="3140" y="126"/>
                  </a:lnTo>
                  <a:lnTo>
                    <a:pt x="2763" y="63"/>
                  </a:lnTo>
                  <a:lnTo>
                    <a:pt x="238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" name="Google Shape;144;p27"/>
            <p:cNvSpPr/>
            <p:nvPr/>
          </p:nvSpPr>
          <p:spPr>
            <a:xfrm>
              <a:off x="1660180" y="2279577"/>
              <a:ext cx="441011" cy="260034"/>
            </a:xfrm>
            <a:custGeom>
              <a:rect b="b" l="l" r="r" t="t"/>
              <a:pathLst>
                <a:path extrusionOk="0" h="6404" w="10861">
                  <a:moveTo>
                    <a:pt x="5462" y="1"/>
                  </a:moveTo>
                  <a:lnTo>
                    <a:pt x="0" y="3265"/>
                  </a:lnTo>
                  <a:lnTo>
                    <a:pt x="5462" y="6404"/>
                  </a:lnTo>
                  <a:lnTo>
                    <a:pt x="10860" y="3202"/>
                  </a:lnTo>
                  <a:lnTo>
                    <a:pt x="546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" name="Google Shape;145;p27"/>
            <p:cNvSpPr/>
            <p:nvPr/>
          </p:nvSpPr>
          <p:spPr>
            <a:xfrm>
              <a:off x="1660180" y="2279577"/>
              <a:ext cx="441011" cy="260034"/>
            </a:xfrm>
            <a:custGeom>
              <a:rect b="b" l="l" r="r" t="t"/>
              <a:pathLst>
                <a:path extrusionOk="0" fill="none" h="6404" w="10861">
                  <a:moveTo>
                    <a:pt x="0" y="3265"/>
                  </a:moveTo>
                  <a:lnTo>
                    <a:pt x="5462" y="6404"/>
                  </a:lnTo>
                  <a:lnTo>
                    <a:pt x="10860" y="3202"/>
                  </a:lnTo>
                  <a:lnTo>
                    <a:pt x="5462" y="1"/>
                  </a:lnTo>
                  <a:lnTo>
                    <a:pt x="0" y="3265"/>
                  </a:lnTo>
                  <a:close/>
                </a:path>
              </a:pathLst>
            </a:custGeom>
            <a:noFill/>
            <a:ln cap="rnd" cmpd="sng" w="7850">
              <a:solidFill>
                <a:srgbClr val="14002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" name="Google Shape;146;p27"/>
            <p:cNvSpPr/>
            <p:nvPr/>
          </p:nvSpPr>
          <p:spPr>
            <a:xfrm>
              <a:off x="1879405" y="2409593"/>
              <a:ext cx="272744" cy="260034"/>
            </a:xfrm>
            <a:custGeom>
              <a:rect b="b" l="l" r="r" t="t"/>
              <a:pathLst>
                <a:path extrusionOk="0" h="6404" w="6717">
                  <a:moveTo>
                    <a:pt x="5461" y="0"/>
                  </a:moveTo>
                  <a:lnTo>
                    <a:pt x="63" y="3202"/>
                  </a:lnTo>
                  <a:lnTo>
                    <a:pt x="0" y="6403"/>
                  </a:lnTo>
                  <a:lnTo>
                    <a:pt x="6717" y="2449"/>
                  </a:lnTo>
                  <a:lnTo>
                    <a:pt x="5461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" name="Google Shape;147;p27"/>
            <p:cNvSpPr/>
            <p:nvPr/>
          </p:nvSpPr>
          <p:spPr>
            <a:xfrm>
              <a:off x="1879405" y="2409593"/>
              <a:ext cx="272744" cy="260034"/>
            </a:xfrm>
            <a:custGeom>
              <a:rect b="b" l="l" r="r" t="t"/>
              <a:pathLst>
                <a:path extrusionOk="0" fill="none" h="6404" w="6717">
                  <a:moveTo>
                    <a:pt x="5461" y="0"/>
                  </a:moveTo>
                  <a:lnTo>
                    <a:pt x="6717" y="2449"/>
                  </a:lnTo>
                  <a:lnTo>
                    <a:pt x="0" y="6403"/>
                  </a:lnTo>
                  <a:lnTo>
                    <a:pt x="63" y="3202"/>
                  </a:lnTo>
                  <a:lnTo>
                    <a:pt x="5461" y="0"/>
                  </a:lnTo>
                  <a:close/>
                </a:path>
              </a:pathLst>
            </a:custGeom>
            <a:noFill/>
            <a:ln cap="rnd" cmpd="sng" w="7850">
              <a:solidFill>
                <a:srgbClr val="14002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" name="Google Shape;148;p27"/>
            <p:cNvSpPr/>
            <p:nvPr/>
          </p:nvSpPr>
          <p:spPr>
            <a:xfrm>
              <a:off x="1604105" y="2412151"/>
              <a:ext cx="277860" cy="257476"/>
            </a:xfrm>
            <a:custGeom>
              <a:rect b="b" l="l" r="r" t="t"/>
              <a:pathLst>
                <a:path extrusionOk="0" h="6341" w="6843">
                  <a:moveTo>
                    <a:pt x="1381" y="0"/>
                  </a:moveTo>
                  <a:lnTo>
                    <a:pt x="0" y="2386"/>
                  </a:lnTo>
                  <a:lnTo>
                    <a:pt x="6780" y="6340"/>
                  </a:lnTo>
                  <a:lnTo>
                    <a:pt x="6843" y="3139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B7B7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" name="Google Shape;149;p27"/>
            <p:cNvSpPr/>
            <p:nvPr/>
          </p:nvSpPr>
          <p:spPr>
            <a:xfrm>
              <a:off x="1604105" y="2412151"/>
              <a:ext cx="277860" cy="257476"/>
            </a:xfrm>
            <a:custGeom>
              <a:rect b="b" l="l" r="r" t="t"/>
              <a:pathLst>
                <a:path extrusionOk="0" fill="none" h="6341" w="6843">
                  <a:moveTo>
                    <a:pt x="6780" y="6340"/>
                  </a:moveTo>
                  <a:lnTo>
                    <a:pt x="6843" y="3139"/>
                  </a:lnTo>
                  <a:lnTo>
                    <a:pt x="1381" y="0"/>
                  </a:lnTo>
                  <a:lnTo>
                    <a:pt x="0" y="2386"/>
                  </a:lnTo>
                  <a:lnTo>
                    <a:pt x="6780" y="6340"/>
                  </a:lnTo>
                  <a:close/>
                </a:path>
              </a:pathLst>
            </a:custGeom>
            <a:noFill/>
            <a:ln cap="rnd" cmpd="sng" w="7850">
              <a:solidFill>
                <a:srgbClr val="14002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" name="Google Shape;150;p27"/>
            <p:cNvSpPr/>
            <p:nvPr/>
          </p:nvSpPr>
          <p:spPr>
            <a:xfrm>
              <a:off x="1749389" y="1892170"/>
              <a:ext cx="252401" cy="583737"/>
            </a:xfrm>
            <a:custGeom>
              <a:rect b="b" l="l" r="r" t="t"/>
              <a:pathLst>
                <a:path extrusionOk="0" h="14376" w="6216">
                  <a:moveTo>
                    <a:pt x="6215" y="0"/>
                  </a:moveTo>
                  <a:lnTo>
                    <a:pt x="1" y="63"/>
                  </a:lnTo>
                  <a:lnTo>
                    <a:pt x="1" y="12555"/>
                  </a:lnTo>
                  <a:lnTo>
                    <a:pt x="63" y="12932"/>
                  </a:lnTo>
                  <a:lnTo>
                    <a:pt x="252" y="13246"/>
                  </a:lnTo>
                  <a:lnTo>
                    <a:pt x="566" y="13559"/>
                  </a:lnTo>
                  <a:lnTo>
                    <a:pt x="942" y="13810"/>
                  </a:lnTo>
                  <a:lnTo>
                    <a:pt x="1382" y="14062"/>
                  </a:lnTo>
                  <a:lnTo>
                    <a:pt x="1884" y="14250"/>
                  </a:lnTo>
                  <a:lnTo>
                    <a:pt x="2512" y="14313"/>
                  </a:lnTo>
                  <a:lnTo>
                    <a:pt x="3139" y="14375"/>
                  </a:lnTo>
                  <a:lnTo>
                    <a:pt x="3767" y="14313"/>
                  </a:lnTo>
                  <a:lnTo>
                    <a:pt x="4332" y="14250"/>
                  </a:lnTo>
                  <a:lnTo>
                    <a:pt x="4834" y="14062"/>
                  </a:lnTo>
                  <a:lnTo>
                    <a:pt x="5274" y="13810"/>
                  </a:lnTo>
                  <a:lnTo>
                    <a:pt x="5650" y="13559"/>
                  </a:lnTo>
                  <a:lnTo>
                    <a:pt x="5964" y="13246"/>
                  </a:lnTo>
                  <a:lnTo>
                    <a:pt x="6090" y="12932"/>
                  </a:lnTo>
                  <a:lnTo>
                    <a:pt x="6153" y="12555"/>
                  </a:lnTo>
                  <a:lnTo>
                    <a:pt x="6215" y="1946"/>
                  </a:lnTo>
                  <a:lnTo>
                    <a:pt x="6215" y="0"/>
                  </a:lnTo>
                  <a:close/>
                </a:path>
              </a:pathLst>
            </a:custGeom>
            <a:solidFill>
              <a:srgbClr val="99999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" name="Google Shape;151;p27"/>
            <p:cNvSpPr/>
            <p:nvPr/>
          </p:nvSpPr>
          <p:spPr>
            <a:xfrm>
              <a:off x="1749389" y="1892170"/>
              <a:ext cx="252401" cy="583737"/>
            </a:xfrm>
            <a:custGeom>
              <a:rect b="b" l="l" r="r" t="t"/>
              <a:pathLst>
                <a:path extrusionOk="0" fill="none" h="14376" w="6216">
                  <a:moveTo>
                    <a:pt x="1" y="63"/>
                  </a:moveTo>
                  <a:lnTo>
                    <a:pt x="1" y="12555"/>
                  </a:lnTo>
                  <a:lnTo>
                    <a:pt x="1" y="12555"/>
                  </a:lnTo>
                  <a:lnTo>
                    <a:pt x="63" y="12932"/>
                  </a:lnTo>
                  <a:lnTo>
                    <a:pt x="252" y="13246"/>
                  </a:lnTo>
                  <a:lnTo>
                    <a:pt x="566" y="13559"/>
                  </a:lnTo>
                  <a:lnTo>
                    <a:pt x="942" y="13810"/>
                  </a:lnTo>
                  <a:lnTo>
                    <a:pt x="1382" y="14062"/>
                  </a:lnTo>
                  <a:lnTo>
                    <a:pt x="1884" y="14250"/>
                  </a:lnTo>
                  <a:lnTo>
                    <a:pt x="2512" y="14313"/>
                  </a:lnTo>
                  <a:lnTo>
                    <a:pt x="3139" y="14375"/>
                  </a:lnTo>
                  <a:lnTo>
                    <a:pt x="3139" y="14375"/>
                  </a:lnTo>
                  <a:lnTo>
                    <a:pt x="3767" y="14313"/>
                  </a:lnTo>
                  <a:lnTo>
                    <a:pt x="4332" y="14250"/>
                  </a:lnTo>
                  <a:lnTo>
                    <a:pt x="4834" y="14062"/>
                  </a:lnTo>
                  <a:lnTo>
                    <a:pt x="5274" y="13810"/>
                  </a:lnTo>
                  <a:lnTo>
                    <a:pt x="5650" y="13559"/>
                  </a:lnTo>
                  <a:lnTo>
                    <a:pt x="5964" y="13246"/>
                  </a:lnTo>
                  <a:lnTo>
                    <a:pt x="6090" y="12932"/>
                  </a:lnTo>
                  <a:lnTo>
                    <a:pt x="6153" y="12555"/>
                  </a:lnTo>
                  <a:lnTo>
                    <a:pt x="6215" y="1946"/>
                  </a:lnTo>
                  <a:lnTo>
                    <a:pt x="6215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" name="Google Shape;152;p27"/>
            <p:cNvSpPr/>
            <p:nvPr/>
          </p:nvSpPr>
          <p:spPr>
            <a:xfrm>
              <a:off x="1749389" y="1892170"/>
              <a:ext cx="252401" cy="583737"/>
            </a:xfrm>
            <a:custGeom>
              <a:rect b="b" l="l" r="r" t="t"/>
              <a:pathLst>
                <a:path extrusionOk="0" fill="none" h="14376" w="6216">
                  <a:moveTo>
                    <a:pt x="1" y="63"/>
                  </a:moveTo>
                  <a:lnTo>
                    <a:pt x="1" y="12555"/>
                  </a:lnTo>
                  <a:lnTo>
                    <a:pt x="1" y="12555"/>
                  </a:lnTo>
                  <a:lnTo>
                    <a:pt x="63" y="12932"/>
                  </a:lnTo>
                  <a:lnTo>
                    <a:pt x="252" y="13246"/>
                  </a:lnTo>
                  <a:lnTo>
                    <a:pt x="566" y="13559"/>
                  </a:lnTo>
                  <a:lnTo>
                    <a:pt x="942" y="13810"/>
                  </a:lnTo>
                  <a:lnTo>
                    <a:pt x="1382" y="14062"/>
                  </a:lnTo>
                  <a:lnTo>
                    <a:pt x="1884" y="14250"/>
                  </a:lnTo>
                  <a:lnTo>
                    <a:pt x="2512" y="14313"/>
                  </a:lnTo>
                  <a:lnTo>
                    <a:pt x="3139" y="14375"/>
                  </a:lnTo>
                  <a:lnTo>
                    <a:pt x="3139" y="14375"/>
                  </a:lnTo>
                  <a:lnTo>
                    <a:pt x="3767" y="14313"/>
                  </a:lnTo>
                  <a:lnTo>
                    <a:pt x="4332" y="14250"/>
                  </a:lnTo>
                  <a:lnTo>
                    <a:pt x="4834" y="14062"/>
                  </a:lnTo>
                  <a:lnTo>
                    <a:pt x="5274" y="13810"/>
                  </a:lnTo>
                  <a:lnTo>
                    <a:pt x="5650" y="13559"/>
                  </a:lnTo>
                  <a:lnTo>
                    <a:pt x="5964" y="13246"/>
                  </a:lnTo>
                  <a:lnTo>
                    <a:pt x="6090" y="12932"/>
                  </a:lnTo>
                  <a:lnTo>
                    <a:pt x="6153" y="12555"/>
                  </a:lnTo>
                  <a:lnTo>
                    <a:pt x="6215" y="1946"/>
                  </a:lnTo>
                  <a:lnTo>
                    <a:pt x="6215" y="0"/>
                  </a:lnTo>
                </a:path>
              </a:pathLst>
            </a:custGeom>
            <a:noFill/>
            <a:ln cap="rnd" cmpd="sng" w="7850">
              <a:solidFill>
                <a:srgbClr val="14002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" name="Google Shape;153;p27"/>
            <p:cNvSpPr/>
            <p:nvPr/>
          </p:nvSpPr>
          <p:spPr>
            <a:xfrm>
              <a:off x="1749389" y="1813154"/>
              <a:ext cx="252401" cy="147883"/>
            </a:xfrm>
            <a:custGeom>
              <a:rect b="b" l="l" r="r" t="t"/>
              <a:pathLst>
                <a:path extrusionOk="0" fill="none" h="3642" w="6216">
                  <a:moveTo>
                    <a:pt x="1" y="1821"/>
                  </a:moveTo>
                  <a:lnTo>
                    <a:pt x="1" y="1821"/>
                  </a:lnTo>
                  <a:lnTo>
                    <a:pt x="63" y="2197"/>
                  </a:lnTo>
                  <a:lnTo>
                    <a:pt x="252" y="2574"/>
                  </a:lnTo>
                  <a:lnTo>
                    <a:pt x="566" y="2888"/>
                  </a:lnTo>
                  <a:lnTo>
                    <a:pt x="942" y="3139"/>
                  </a:lnTo>
                  <a:lnTo>
                    <a:pt x="1382" y="3327"/>
                  </a:lnTo>
                  <a:lnTo>
                    <a:pt x="1884" y="3515"/>
                  </a:lnTo>
                  <a:lnTo>
                    <a:pt x="2512" y="3641"/>
                  </a:lnTo>
                  <a:lnTo>
                    <a:pt x="3139" y="3641"/>
                  </a:lnTo>
                  <a:lnTo>
                    <a:pt x="3139" y="3641"/>
                  </a:lnTo>
                  <a:lnTo>
                    <a:pt x="3767" y="3641"/>
                  </a:lnTo>
                  <a:lnTo>
                    <a:pt x="4332" y="3515"/>
                  </a:lnTo>
                  <a:lnTo>
                    <a:pt x="4834" y="3327"/>
                  </a:lnTo>
                  <a:lnTo>
                    <a:pt x="5336" y="3139"/>
                  </a:lnTo>
                  <a:lnTo>
                    <a:pt x="5713" y="2888"/>
                  </a:lnTo>
                  <a:lnTo>
                    <a:pt x="5964" y="2574"/>
                  </a:lnTo>
                  <a:lnTo>
                    <a:pt x="6153" y="2197"/>
                  </a:lnTo>
                  <a:lnTo>
                    <a:pt x="6215" y="1821"/>
                  </a:lnTo>
                  <a:lnTo>
                    <a:pt x="6215" y="1821"/>
                  </a:lnTo>
                  <a:lnTo>
                    <a:pt x="6153" y="1444"/>
                  </a:lnTo>
                  <a:lnTo>
                    <a:pt x="5964" y="1130"/>
                  </a:lnTo>
                  <a:lnTo>
                    <a:pt x="5713" y="816"/>
                  </a:lnTo>
                  <a:lnTo>
                    <a:pt x="5336" y="565"/>
                  </a:lnTo>
                  <a:lnTo>
                    <a:pt x="4834" y="314"/>
                  </a:lnTo>
                  <a:lnTo>
                    <a:pt x="4332" y="126"/>
                  </a:lnTo>
                  <a:lnTo>
                    <a:pt x="3767" y="63"/>
                  </a:lnTo>
                  <a:lnTo>
                    <a:pt x="3139" y="0"/>
                  </a:lnTo>
                  <a:lnTo>
                    <a:pt x="3139" y="0"/>
                  </a:lnTo>
                  <a:lnTo>
                    <a:pt x="2512" y="63"/>
                  </a:lnTo>
                  <a:lnTo>
                    <a:pt x="1884" y="126"/>
                  </a:lnTo>
                  <a:lnTo>
                    <a:pt x="1382" y="314"/>
                  </a:lnTo>
                  <a:lnTo>
                    <a:pt x="942" y="565"/>
                  </a:lnTo>
                  <a:lnTo>
                    <a:pt x="566" y="816"/>
                  </a:lnTo>
                  <a:lnTo>
                    <a:pt x="252" y="1130"/>
                  </a:lnTo>
                  <a:lnTo>
                    <a:pt x="63" y="1444"/>
                  </a:lnTo>
                  <a:lnTo>
                    <a:pt x="1" y="1821"/>
                  </a:lnTo>
                  <a:lnTo>
                    <a:pt x="1" y="1821"/>
                  </a:lnTo>
                  <a:close/>
                </a:path>
              </a:pathLst>
            </a:custGeom>
            <a:noFill/>
            <a:ln cap="rnd" cmpd="sng" w="7850">
              <a:solidFill>
                <a:srgbClr val="14002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" name="Google Shape;154;p27"/>
            <p:cNvSpPr/>
            <p:nvPr/>
          </p:nvSpPr>
          <p:spPr>
            <a:xfrm>
              <a:off x="1706063" y="1787654"/>
              <a:ext cx="339052" cy="198843"/>
            </a:xfrm>
            <a:custGeom>
              <a:rect b="b" l="l" r="r" t="t"/>
              <a:pathLst>
                <a:path extrusionOk="0" h="4897" w="8350">
                  <a:moveTo>
                    <a:pt x="4206" y="0"/>
                  </a:moveTo>
                  <a:lnTo>
                    <a:pt x="3327" y="63"/>
                  </a:lnTo>
                  <a:lnTo>
                    <a:pt x="2574" y="189"/>
                  </a:lnTo>
                  <a:lnTo>
                    <a:pt x="1884" y="440"/>
                  </a:lnTo>
                  <a:lnTo>
                    <a:pt x="1256" y="754"/>
                  </a:lnTo>
                  <a:lnTo>
                    <a:pt x="754" y="1068"/>
                  </a:lnTo>
                  <a:lnTo>
                    <a:pt x="377" y="1507"/>
                  </a:lnTo>
                  <a:lnTo>
                    <a:pt x="189" y="1758"/>
                  </a:lnTo>
                  <a:lnTo>
                    <a:pt x="126" y="1946"/>
                  </a:lnTo>
                  <a:lnTo>
                    <a:pt x="63" y="2197"/>
                  </a:lnTo>
                  <a:lnTo>
                    <a:pt x="0" y="2449"/>
                  </a:lnTo>
                  <a:lnTo>
                    <a:pt x="63" y="2700"/>
                  </a:lnTo>
                  <a:lnTo>
                    <a:pt x="126" y="2951"/>
                  </a:lnTo>
                  <a:lnTo>
                    <a:pt x="189" y="3202"/>
                  </a:lnTo>
                  <a:lnTo>
                    <a:pt x="377" y="3390"/>
                  </a:lnTo>
                  <a:lnTo>
                    <a:pt x="754" y="3830"/>
                  </a:lnTo>
                  <a:lnTo>
                    <a:pt x="1256" y="4206"/>
                  </a:lnTo>
                  <a:lnTo>
                    <a:pt x="1884" y="4520"/>
                  </a:lnTo>
                  <a:lnTo>
                    <a:pt x="2574" y="4708"/>
                  </a:lnTo>
                  <a:lnTo>
                    <a:pt x="3327" y="4834"/>
                  </a:lnTo>
                  <a:lnTo>
                    <a:pt x="4206" y="4897"/>
                  </a:lnTo>
                  <a:lnTo>
                    <a:pt x="5022" y="4834"/>
                  </a:lnTo>
                  <a:lnTo>
                    <a:pt x="5776" y="4708"/>
                  </a:lnTo>
                  <a:lnTo>
                    <a:pt x="6529" y="4520"/>
                  </a:lnTo>
                  <a:lnTo>
                    <a:pt x="7094" y="4206"/>
                  </a:lnTo>
                  <a:lnTo>
                    <a:pt x="7596" y="3830"/>
                  </a:lnTo>
                  <a:lnTo>
                    <a:pt x="8036" y="3390"/>
                  </a:lnTo>
                  <a:lnTo>
                    <a:pt x="8161" y="3202"/>
                  </a:lnTo>
                  <a:lnTo>
                    <a:pt x="8224" y="2951"/>
                  </a:lnTo>
                  <a:lnTo>
                    <a:pt x="8287" y="2700"/>
                  </a:lnTo>
                  <a:lnTo>
                    <a:pt x="8349" y="2449"/>
                  </a:lnTo>
                  <a:lnTo>
                    <a:pt x="8287" y="2197"/>
                  </a:lnTo>
                  <a:lnTo>
                    <a:pt x="8224" y="1946"/>
                  </a:lnTo>
                  <a:lnTo>
                    <a:pt x="8161" y="1758"/>
                  </a:lnTo>
                  <a:lnTo>
                    <a:pt x="8036" y="1507"/>
                  </a:lnTo>
                  <a:lnTo>
                    <a:pt x="7596" y="1068"/>
                  </a:lnTo>
                  <a:lnTo>
                    <a:pt x="7094" y="754"/>
                  </a:lnTo>
                  <a:lnTo>
                    <a:pt x="6529" y="440"/>
                  </a:lnTo>
                  <a:lnTo>
                    <a:pt x="5776" y="189"/>
                  </a:lnTo>
                  <a:lnTo>
                    <a:pt x="5022" y="63"/>
                  </a:lnTo>
                  <a:lnTo>
                    <a:pt x="4206" y="0"/>
                  </a:lnTo>
                  <a:close/>
                </a:path>
              </a:pathLst>
            </a:custGeom>
            <a:solidFill>
              <a:srgbClr val="14002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" name="Google Shape;155;p27"/>
            <p:cNvSpPr/>
            <p:nvPr/>
          </p:nvSpPr>
          <p:spPr>
            <a:xfrm>
              <a:off x="1749389" y="1527664"/>
              <a:ext cx="252401" cy="420627"/>
            </a:xfrm>
            <a:custGeom>
              <a:rect b="b" l="l" r="r" t="t"/>
              <a:pathLst>
                <a:path extrusionOk="0" h="10359" w="6216">
                  <a:moveTo>
                    <a:pt x="6215" y="0"/>
                  </a:moveTo>
                  <a:lnTo>
                    <a:pt x="1" y="63"/>
                  </a:lnTo>
                  <a:lnTo>
                    <a:pt x="1" y="8538"/>
                  </a:lnTo>
                  <a:lnTo>
                    <a:pt x="63" y="8914"/>
                  </a:lnTo>
                  <a:lnTo>
                    <a:pt x="252" y="9291"/>
                  </a:lnTo>
                  <a:lnTo>
                    <a:pt x="566" y="9605"/>
                  </a:lnTo>
                  <a:lnTo>
                    <a:pt x="942" y="9856"/>
                  </a:lnTo>
                  <a:lnTo>
                    <a:pt x="1382" y="10044"/>
                  </a:lnTo>
                  <a:lnTo>
                    <a:pt x="1884" y="10233"/>
                  </a:lnTo>
                  <a:lnTo>
                    <a:pt x="2512" y="10358"/>
                  </a:lnTo>
                  <a:lnTo>
                    <a:pt x="3767" y="10358"/>
                  </a:lnTo>
                  <a:lnTo>
                    <a:pt x="4332" y="10233"/>
                  </a:lnTo>
                  <a:lnTo>
                    <a:pt x="4834" y="10044"/>
                  </a:lnTo>
                  <a:lnTo>
                    <a:pt x="5274" y="9856"/>
                  </a:lnTo>
                  <a:lnTo>
                    <a:pt x="5650" y="9605"/>
                  </a:lnTo>
                  <a:lnTo>
                    <a:pt x="5964" y="9291"/>
                  </a:lnTo>
                  <a:lnTo>
                    <a:pt x="6090" y="8914"/>
                  </a:lnTo>
                  <a:lnTo>
                    <a:pt x="6153" y="8538"/>
                  </a:lnTo>
                  <a:lnTo>
                    <a:pt x="6215" y="1946"/>
                  </a:lnTo>
                  <a:lnTo>
                    <a:pt x="6215" y="0"/>
                  </a:lnTo>
                  <a:close/>
                </a:path>
              </a:pathLst>
            </a:custGeom>
            <a:solidFill>
              <a:srgbClr val="99999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" name="Google Shape;156;p27"/>
            <p:cNvSpPr/>
            <p:nvPr/>
          </p:nvSpPr>
          <p:spPr>
            <a:xfrm>
              <a:off x="1749389" y="1527664"/>
              <a:ext cx="252401" cy="420627"/>
            </a:xfrm>
            <a:custGeom>
              <a:rect b="b" l="l" r="r" t="t"/>
              <a:pathLst>
                <a:path extrusionOk="0" fill="none" h="10359" w="6216">
                  <a:moveTo>
                    <a:pt x="1" y="63"/>
                  </a:moveTo>
                  <a:lnTo>
                    <a:pt x="1" y="8538"/>
                  </a:lnTo>
                  <a:lnTo>
                    <a:pt x="1" y="8538"/>
                  </a:lnTo>
                  <a:lnTo>
                    <a:pt x="63" y="8914"/>
                  </a:lnTo>
                  <a:lnTo>
                    <a:pt x="252" y="9291"/>
                  </a:lnTo>
                  <a:lnTo>
                    <a:pt x="566" y="9605"/>
                  </a:lnTo>
                  <a:lnTo>
                    <a:pt x="942" y="9856"/>
                  </a:lnTo>
                  <a:lnTo>
                    <a:pt x="1382" y="10044"/>
                  </a:lnTo>
                  <a:lnTo>
                    <a:pt x="1884" y="10233"/>
                  </a:lnTo>
                  <a:lnTo>
                    <a:pt x="2512" y="10358"/>
                  </a:lnTo>
                  <a:lnTo>
                    <a:pt x="3139" y="10358"/>
                  </a:lnTo>
                  <a:lnTo>
                    <a:pt x="3139" y="10358"/>
                  </a:lnTo>
                  <a:lnTo>
                    <a:pt x="3767" y="10358"/>
                  </a:lnTo>
                  <a:lnTo>
                    <a:pt x="4332" y="10233"/>
                  </a:lnTo>
                  <a:lnTo>
                    <a:pt x="4834" y="10044"/>
                  </a:lnTo>
                  <a:lnTo>
                    <a:pt x="5274" y="9856"/>
                  </a:lnTo>
                  <a:lnTo>
                    <a:pt x="5650" y="9605"/>
                  </a:lnTo>
                  <a:lnTo>
                    <a:pt x="5964" y="9291"/>
                  </a:lnTo>
                  <a:lnTo>
                    <a:pt x="6090" y="8914"/>
                  </a:lnTo>
                  <a:lnTo>
                    <a:pt x="6153" y="8538"/>
                  </a:lnTo>
                  <a:lnTo>
                    <a:pt x="6215" y="1946"/>
                  </a:lnTo>
                  <a:lnTo>
                    <a:pt x="6215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" name="Google Shape;157;p27"/>
            <p:cNvSpPr/>
            <p:nvPr/>
          </p:nvSpPr>
          <p:spPr>
            <a:xfrm>
              <a:off x="1749389" y="1527664"/>
              <a:ext cx="252401" cy="420627"/>
            </a:xfrm>
            <a:custGeom>
              <a:rect b="b" l="l" r="r" t="t"/>
              <a:pathLst>
                <a:path extrusionOk="0" fill="none" h="10359" w="6216">
                  <a:moveTo>
                    <a:pt x="1" y="63"/>
                  </a:moveTo>
                  <a:lnTo>
                    <a:pt x="1" y="8538"/>
                  </a:lnTo>
                  <a:lnTo>
                    <a:pt x="1" y="8538"/>
                  </a:lnTo>
                  <a:lnTo>
                    <a:pt x="63" y="8914"/>
                  </a:lnTo>
                  <a:lnTo>
                    <a:pt x="252" y="9291"/>
                  </a:lnTo>
                  <a:lnTo>
                    <a:pt x="566" y="9605"/>
                  </a:lnTo>
                  <a:lnTo>
                    <a:pt x="942" y="9856"/>
                  </a:lnTo>
                  <a:lnTo>
                    <a:pt x="1382" y="10044"/>
                  </a:lnTo>
                  <a:lnTo>
                    <a:pt x="1884" y="10233"/>
                  </a:lnTo>
                  <a:lnTo>
                    <a:pt x="2512" y="10358"/>
                  </a:lnTo>
                  <a:lnTo>
                    <a:pt x="3139" y="10358"/>
                  </a:lnTo>
                  <a:lnTo>
                    <a:pt x="3139" y="10358"/>
                  </a:lnTo>
                  <a:lnTo>
                    <a:pt x="3767" y="10358"/>
                  </a:lnTo>
                  <a:lnTo>
                    <a:pt x="4332" y="10233"/>
                  </a:lnTo>
                  <a:lnTo>
                    <a:pt x="4834" y="10044"/>
                  </a:lnTo>
                  <a:lnTo>
                    <a:pt x="5274" y="9856"/>
                  </a:lnTo>
                  <a:lnTo>
                    <a:pt x="5650" y="9605"/>
                  </a:lnTo>
                  <a:lnTo>
                    <a:pt x="5964" y="9291"/>
                  </a:lnTo>
                  <a:lnTo>
                    <a:pt x="6090" y="8914"/>
                  </a:lnTo>
                  <a:lnTo>
                    <a:pt x="6153" y="8538"/>
                  </a:lnTo>
                  <a:lnTo>
                    <a:pt x="6215" y="1946"/>
                  </a:lnTo>
                  <a:lnTo>
                    <a:pt x="6215" y="0"/>
                  </a:lnTo>
                </a:path>
              </a:pathLst>
            </a:custGeom>
            <a:noFill/>
            <a:ln cap="rnd" cmpd="sng" w="7850">
              <a:solidFill>
                <a:srgbClr val="14002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" name="Google Shape;158;p27"/>
            <p:cNvSpPr/>
            <p:nvPr/>
          </p:nvSpPr>
          <p:spPr>
            <a:xfrm>
              <a:off x="1749389" y="1448647"/>
              <a:ext cx="252401" cy="147883"/>
            </a:xfrm>
            <a:custGeom>
              <a:rect b="b" l="l" r="r" t="t"/>
              <a:pathLst>
                <a:path extrusionOk="0" fill="none" h="3642" w="6216">
                  <a:moveTo>
                    <a:pt x="1" y="1821"/>
                  </a:moveTo>
                  <a:lnTo>
                    <a:pt x="1" y="1821"/>
                  </a:lnTo>
                  <a:lnTo>
                    <a:pt x="63" y="2197"/>
                  </a:lnTo>
                  <a:lnTo>
                    <a:pt x="252" y="2574"/>
                  </a:lnTo>
                  <a:lnTo>
                    <a:pt x="566" y="2888"/>
                  </a:lnTo>
                  <a:lnTo>
                    <a:pt x="942" y="3139"/>
                  </a:lnTo>
                  <a:lnTo>
                    <a:pt x="1382" y="3327"/>
                  </a:lnTo>
                  <a:lnTo>
                    <a:pt x="1884" y="3516"/>
                  </a:lnTo>
                  <a:lnTo>
                    <a:pt x="2512" y="3641"/>
                  </a:lnTo>
                  <a:lnTo>
                    <a:pt x="3139" y="3641"/>
                  </a:lnTo>
                  <a:lnTo>
                    <a:pt x="3139" y="3641"/>
                  </a:lnTo>
                  <a:lnTo>
                    <a:pt x="3767" y="3641"/>
                  </a:lnTo>
                  <a:lnTo>
                    <a:pt x="4332" y="3516"/>
                  </a:lnTo>
                  <a:lnTo>
                    <a:pt x="4834" y="3327"/>
                  </a:lnTo>
                  <a:lnTo>
                    <a:pt x="5336" y="3139"/>
                  </a:lnTo>
                  <a:lnTo>
                    <a:pt x="5713" y="2888"/>
                  </a:lnTo>
                  <a:lnTo>
                    <a:pt x="5964" y="2574"/>
                  </a:lnTo>
                  <a:lnTo>
                    <a:pt x="6153" y="2197"/>
                  </a:lnTo>
                  <a:lnTo>
                    <a:pt x="6215" y="1821"/>
                  </a:lnTo>
                  <a:lnTo>
                    <a:pt x="6215" y="1821"/>
                  </a:lnTo>
                  <a:lnTo>
                    <a:pt x="6153" y="1444"/>
                  </a:lnTo>
                  <a:lnTo>
                    <a:pt x="5964" y="1130"/>
                  </a:lnTo>
                  <a:lnTo>
                    <a:pt x="5713" y="816"/>
                  </a:lnTo>
                  <a:lnTo>
                    <a:pt x="5336" y="565"/>
                  </a:lnTo>
                  <a:lnTo>
                    <a:pt x="4834" y="314"/>
                  </a:lnTo>
                  <a:lnTo>
                    <a:pt x="4332" y="126"/>
                  </a:lnTo>
                  <a:lnTo>
                    <a:pt x="3767" y="63"/>
                  </a:lnTo>
                  <a:lnTo>
                    <a:pt x="3139" y="0"/>
                  </a:lnTo>
                  <a:lnTo>
                    <a:pt x="3139" y="0"/>
                  </a:lnTo>
                  <a:lnTo>
                    <a:pt x="2512" y="63"/>
                  </a:lnTo>
                  <a:lnTo>
                    <a:pt x="1884" y="126"/>
                  </a:lnTo>
                  <a:lnTo>
                    <a:pt x="1382" y="314"/>
                  </a:lnTo>
                  <a:lnTo>
                    <a:pt x="942" y="565"/>
                  </a:lnTo>
                  <a:lnTo>
                    <a:pt x="566" y="816"/>
                  </a:lnTo>
                  <a:lnTo>
                    <a:pt x="252" y="1130"/>
                  </a:lnTo>
                  <a:lnTo>
                    <a:pt x="63" y="1444"/>
                  </a:lnTo>
                  <a:lnTo>
                    <a:pt x="1" y="1821"/>
                  </a:lnTo>
                  <a:lnTo>
                    <a:pt x="1" y="1821"/>
                  </a:lnTo>
                  <a:close/>
                </a:path>
              </a:pathLst>
            </a:custGeom>
            <a:noFill/>
            <a:ln cap="rnd" cmpd="sng" w="7850">
              <a:solidFill>
                <a:srgbClr val="14002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" name="Google Shape;159;p27"/>
            <p:cNvSpPr/>
            <p:nvPr/>
          </p:nvSpPr>
          <p:spPr>
            <a:xfrm>
              <a:off x="1706063" y="1423148"/>
              <a:ext cx="339052" cy="198883"/>
            </a:xfrm>
            <a:custGeom>
              <a:rect b="b" l="l" r="r" t="t"/>
              <a:pathLst>
                <a:path extrusionOk="0" h="4898" w="8350">
                  <a:moveTo>
                    <a:pt x="4206" y="1"/>
                  </a:moveTo>
                  <a:lnTo>
                    <a:pt x="3327" y="63"/>
                  </a:lnTo>
                  <a:lnTo>
                    <a:pt x="2574" y="189"/>
                  </a:lnTo>
                  <a:lnTo>
                    <a:pt x="1884" y="440"/>
                  </a:lnTo>
                  <a:lnTo>
                    <a:pt x="1256" y="754"/>
                  </a:lnTo>
                  <a:lnTo>
                    <a:pt x="754" y="1068"/>
                  </a:lnTo>
                  <a:lnTo>
                    <a:pt x="377" y="1507"/>
                  </a:lnTo>
                  <a:lnTo>
                    <a:pt x="189" y="1758"/>
                  </a:lnTo>
                  <a:lnTo>
                    <a:pt x="126" y="1947"/>
                  </a:lnTo>
                  <a:lnTo>
                    <a:pt x="63" y="2198"/>
                  </a:lnTo>
                  <a:lnTo>
                    <a:pt x="0" y="2449"/>
                  </a:lnTo>
                  <a:lnTo>
                    <a:pt x="63" y="2700"/>
                  </a:lnTo>
                  <a:lnTo>
                    <a:pt x="126" y="2951"/>
                  </a:lnTo>
                  <a:lnTo>
                    <a:pt x="189" y="3202"/>
                  </a:lnTo>
                  <a:lnTo>
                    <a:pt x="377" y="3390"/>
                  </a:lnTo>
                  <a:lnTo>
                    <a:pt x="754" y="3830"/>
                  </a:lnTo>
                  <a:lnTo>
                    <a:pt x="1256" y="4207"/>
                  </a:lnTo>
                  <a:lnTo>
                    <a:pt x="1884" y="4520"/>
                  </a:lnTo>
                  <a:lnTo>
                    <a:pt x="2574" y="4709"/>
                  </a:lnTo>
                  <a:lnTo>
                    <a:pt x="3327" y="4834"/>
                  </a:lnTo>
                  <a:lnTo>
                    <a:pt x="4206" y="4897"/>
                  </a:lnTo>
                  <a:lnTo>
                    <a:pt x="5022" y="4834"/>
                  </a:lnTo>
                  <a:lnTo>
                    <a:pt x="5776" y="4709"/>
                  </a:lnTo>
                  <a:lnTo>
                    <a:pt x="6529" y="4520"/>
                  </a:lnTo>
                  <a:lnTo>
                    <a:pt x="7094" y="4207"/>
                  </a:lnTo>
                  <a:lnTo>
                    <a:pt x="7596" y="3830"/>
                  </a:lnTo>
                  <a:lnTo>
                    <a:pt x="8036" y="3390"/>
                  </a:lnTo>
                  <a:lnTo>
                    <a:pt x="8161" y="3202"/>
                  </a:lnTo>
                  <a:lnTo>
                    <a:pt x="8224" y="2951"/>
                  </a:lnTo>
                  <a:lnTo>
                    <a:pt x="8287" y="2700"/>
                  </a:lnTo>
                  <a:lnTo>
                    <a:pt x="8349" y="2449"/>
                  </a:lnTo>
                  <a:lnTo>
                    <a:pt x="8287" y="2198"/>
                  </a:lnTo>
                  <a:lnTo>
                    <a:pt x="8224" y="1947"/>
                  </a:lnTo>
                  <a:lnTo>
                    <a:pt x="8161" y="1758"/>
                  </a:lnTo>
                  <a:lnTo>
                    <a:pt x="8036" y="1507"/>
                  </a:lnTo>
                  <a:lnTo>
                    <a:pt x="7596" y="1068"/>
                  </a:lnTo>
                  <a:lnTo>
                    <a:pt x="7094" y="754"/>
                  </a:lnTo>
                  <a:lnTo>
                    <a:pt x="6529" y="440"/>
                  </a:lnTo>
                  <a:lnTo>
                    <a:pt x="5776" y="189"/>
                  </a:lnTo>
                  <a:lnTo>
                    <a:pt x="5022" y="63"/>
                  </a:lnTo>
                  <a:lnTo>
                    <a:pt x="4206" y="1"/>
                  </a:lnTo>
                  <a:close/>
                </a:path>
              </a:pathLst>
            </a:custGeom>
            <a:solidFill>
              <a:srgbClr val="14002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" name="Google Shape;160;p27"/>
            <p:cNvSpPr/>
            <p:nvPr/>
          </p:nvSpPr>
          <p:spPr>
            <a:xfrm>
              <a:off x="1749389" y="1168273"/>
              <a:ext cx="252401" cy="420587"/>
            </a:xfrm>
            <a:custGeom>
              <a:rect b="b" l="l" r="r" t="t"/>
              <a:pathLst>
                <a:path extrusionOk="0" h="10358" w="6216">
                  <a:moveTo>
                    <a:pt x="1" y="0"/>
                  </a:moveTo>
                  <a:lnTo>
                    <a:pt x="1" y="8537"/>
                  </a:lnTo>
                  <a:lnTo>
                    <a:pt x="63" y="8914"/>
                  </a:lnTo>
                  <a:lnTo>
                    <a:pt x="252" y="9228"/>
                  </a:lnTo>
                  <a:lnTo>
                    <a:pt x="566" y="9542"/>
                  </a:lnTo>
                  <a:lnTo>
                    <a:pt x="942" y="9856"/>
                  </a:lnTo>
                  <a:lnTo>
                    <a:pt x="1382" y="10044"/>
                  </a:lnTo>
                  <a:lnTo>
                    <a:pt x="1884" y="10232"/>
                  </a:lnTo>
                  <a:lnTo>
                    <a:pt x="2512" y="10358"/>
                  </a:lnTo>
                  <a:lnTo>
                    <a:pt x="3767" y="10358"/>
                  </a:lnTo>
                  <a:lnTo>
                    <a:pt x="4332" y="10232"/>
                  </a:lnTo>
                  <a:lnTo>
                    <a:pt x="4834" y="10044"/>
                  </a:lnTo>
                  <a:lnTo>
                    <a:pt x="5274" y="9856"/>
                  </a:lnTo>
                  <a:lnTo>
                    <a:pt x="5650" y="9542"/>
                  </a:lnTo>
                  <a:lnTo>
                    <a:pt x="5964" y="9228"/>
                  </a:lnTo>
                  <a:lnTo>
                    <a:pt x="6090" y="8914"/>
                  </a:lnTo>
                  <a:lnTo>
                    <a:pt x="6153" y="8537"/>
                  </a:lnTo>
                  <a:lnTo>
                    <a:pt x="6215" y="1946"/>
                  </a:lnTo>
                  <a:lnTo>
                    <a:pt x="6215" y="0"/>
                  </a:lnTo>
                  <a:close/>
                </a:path>
              </a:pathLst>
            </a:custGeom>
            <a:solidFill>
              <a:srgbClr val="99999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" name="Google Shape;161;p27"/>
            <p:cNvSpPr/>
            <p:nvPr/>
          </p:nvSpPr>
          <p:spPr>
            <a:xfrm>
              <a:off x="1749389" y="1168273"/>
              <a:ext cx="252401" cy="420587"/>
            </a:xfrm>
            <a:custGeom>
              <a:rect b="b" l="l" r="r" t="t"/>
              <a:pathLst>
                <a:path extrusionOk="0" fill="none" h="10358" w="6216">
                  <a:moveTo>
                    <a:pt x="1" y="0"/>
                  </a:moveTo>
                  <a:lnTo>
                    <a:pt x="1" y="8537"/>
                  </a:lnTo>
                  <a:lnTo>
                    <a:pt x="1" y="8537"/>
                  </a:lnTo>
                  <a:lnTo>
                    <a:pt x="63" y="8914"/>
                  </a:lnTo>
                  <a:lnTo>
                    <a:pt x="252" y="9228"/>
                  </a:lnTo>
                  <a:lnTo>
                    <a:pt x="566" y="9542"/>
                  </a:lnTo>
                  <a:lnTo>
                    <a:pt x="942" y="9856"/>
                  </a:lnTo>
                  <a:lnTo>
                    <a:pt x="1382" y="10044"/>
                  </a:lnTo>
                  <a:lnTo>
                    <a:pt x="1884" y="10232"/>
                  </a:lnTo>
                  <a:lnTo>
                    <a:pt x="2512" y="10358"/>
                  </a:lnTo>
                  <a:lnTo>
                    <a:pt x="3139" y="10358"/>
                  </a:lnTo>
                  <a:lnTo>
                    <a:pt x="3139" y="10358"/>
                  </a:lnTo>
                  <a:lnTo>
                    <a:pt x="3767" y="10358"/>
                  </a:lnTo>
                  <a:lnTo>
                    <a:pt x="4332" y="10232"/>
                  </a:lnTo>
                  <a:lnTo>
                    <a:pt x="4834" y="10044"/>
                  </a:lnTo>
                  <a:lnTo>
                    <a:pt x="5274" y="9856"/>
                  </a:lnTo>
                  <a:lnTo>
                    <a:pt x="5650" y="9542"/>
                  </a:lnTo>
                  <a:lnTo>
                    <a:pt x="5964" y="9228"/>
                  </a:lnTo>
                  <a:lnTo>
                    <a:pt x="6090" y="8914"/>
                  </a:lnTo>
                  <a:lnTo>
                    <a:pt x="6153" y="8537"/>
                  </a:lnTo>
                  <a:lnTo>
                    <a:pt x="6215" y="1946"/>
                  </a:lnTo>
                  <a:lnTo>
                    <a:pt x="6215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" name="Google Shape;162;p27"/>
            <p:cNvSpPr/>
            <p:nvPr/>
          </p:nvSpPr>
          <p:spPr>
            <a:xfrm>
              <a:off x="1749389" y="1168273"/>
              <a:ext cx="252401" cy="420587"/>
            </a:xfrm>
            <a:custGeom>
              <a:rect b="b" l="l" r="r" t="t"/>
              <a:pathLst>
                <a:path extrusionOk="0" fill="none" h="10358" w="6216">
                  <a:moveTo>
                    <a:pt x="1" y="0"/>
                  </a:moveTo>
                  <a:lnTo>
                    <a:pt x="1" y="8537"/>
                  </a:lnTo>
                  <a:lnTo>
                    <a:pt x="1" y="8537"/>
                  </a:lnTo>
                  <a:lnTo>
                    <a:pt x="63" y="8914"/>
                  </a:lnTo>
                  <a:lnTo>
                    <a:pt x="252" y="9228"/>
                  </a:lnTo>
                  <a:lnTo>
                    <a:pt x="566" y="9542"/>
                  </a:lnTo>
                  <a:lnTo>
                    <a:pt x="942" y="9856"/>
                  </a:lnTo>
                  <a:lnTo>
                    <a:pt x="1382" y="10044"/>
                  </a:lnTo>
                  <a:lnTo>
                    <a:pt x="1884" y="10232"/>
                  </a:lnTo>
                  <a:lnTo>
                    <a:pt x="2512" y="10358"/>
                  </a:lnTo>
                  <a:lnTo>
                    <a:pt x="3139" y="10358"/>
                  </a:lnTo>
                  <a:lnTo>
                    <a:pt x="3139" y="10358"/>
                  </a:lnTo>
                  <a:lnTo>
                    <a:pt x="3767" y="10358"/>
                  </a:lnTo>
                  <a:lnTo>
                    <a:pt x="4332" y="10232"/>
                  </a:lnTo>
                  <a:lnTo>
                    <a:pt x="4834" y="10044"/>
                  </a:lnTo>
                  <a:lnTo>
                    <a:pt x="5274" y="9856"/>
                  </a:lnTo>
                  <a:lnTo>
                    <a:pt x="5650" y="9542"/>
                  </a:lnTo>
                  <a:lnTo>
                    <a:pt x="5964" y="9228"/>
                  </a:lnTo>
                  <a:lnTo>
                    <a:pt x="6090" y="8914"/>
                  </a:lnTo>
                  <a:lnTo>
                    <a:pt x="6153" y="8537"/>
                  </a:lnTo>
                  <a:lnTo>
                    <a:pt x="6215" y="1946"/>
                  </a:lnTo>
                  <a:lnTo>
                    <a:pt x="6215" y="0"/>
                  </a:lnTo>
                </a:path>
              </a:pathLst>
            </a:custGeom>
            <a:noFill/>
            <a:ln cap="rnd" cmpd="sng" w="7850">
              <a:solidFill>
                <a:srgbClr val="14002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" name="Google Shape;163;p27"/>
            <p:cNvSpPr/>
            <p:nvPr/>
          </p:nvSpPr>
          <p:spPr>
            <a:xfrm>
              <a:off x="1749389" y="1089257"/>
              <a:ext cx="252401" cy="147883"/>
            </a:xfrm>
            <a:custGeom>
              <a:rect b="b" l="l" r="r" t="t"/>
              <a:pathLst>
                <a:path extrusionOk="0" fill="none" h="3642" w="6216">
                  <a:moveTo>
                    <a:pt x="1" y="1821"/>
                  </a:moveTo>
                  <a:lnTo>
                    <a:pt x="1" y="1821"/>
                  </a:lnTo>
                  <a:lnTo>
                    <a:pt x="63" y="2197"/>
                  </a:lnTo>
                  <a:lnTo>
                    <a:pt x="252" y="2511"/>
                  </a:lnTo>
                  <a:lnTo>
                    <a:pt x="566" y="2825"/>
                  </a:lnTo>
                  <a:lnTo>
                    <a:pt x="942" y="3139"/>
                  </a:lnTo>
                  <a:lnTo>
                    <a:pt x="1382" y="3327"/>
                  </a:lnTo>
                  <a:lnTo>
                    <a:pt x="1884" y="3516"/>
                  </a:lnTo>
                  <a:lnTo>
                    <a:pt x="2512" y="3641"/>
                  </a:lnTo>
                  <a:lnTo>
                    <a:pt x="3139" y="3641"/>
                  </a:lnTo>
                  <a:lnTo>
                    <a:pt x="3139" y="3641"/>
                  </a:lnTo>
                  <a:lnTo>
                    <a:pt x="3767" y="3641"/>
                  </a:lnTo>
                  <a:lnTo>
                    <a:pt x="4332" y="3516"/>
                  </a:lnTo>
                  <a:lnTo>
                    <a:pt x="4834" y="3327"/>
                  </a:lnTo>
                  <a:lnTo>
                    <a:pt x="5336" y="3139"/>
                  </a:lnTo>
                  <a:lnTo>
                    <a:pt x="5713" y="2825"/>
                  </a:lnTo>
                  <a:lnTo>
                    <a:pt x="5964" y="2511"/>
                  </a:lnTo>
                  <a:lnTo>
                    <a:pt x="6153" y="2197"/>
                  </a:lnTo>
                  <a:lnTo>
                    <a:pt x="6215" y="1821"/>
                  </a:lnTo>
                  <a:lnTo>
                    <a:pt x="6215" y="1821"/>
                  </a:lnTo>
                  <a:lnTo>
                    <a:pt x="6153" y="1444"/>
                  </a:lnTo>
                  <a:lnTo>
                    <a:pt x="5964" y="1130"/>
                  </a:lnTo>
                  <a:lnTo>
                    <a:pt x="5713" y="816"/>
                  </a:lnTo>
                  <a:lnTo>
                    <a:pt x="5336" y="502"/>
                  </a:lnTo>
                  <a:lnTo>
                    <a:pt x="4834" y="314"/>
                  </a:lnTo>
                  <a:lnTo>
                    <a:pt x="4332" y="126"/>
                  </a:lnTo>
                  <a:lnTo>
                    <a:pt x="3767" y="0"/>
                  </a:lnTo>
                  <a:lnTo>
                    <a:pt x="3139" y="0"/>
                  </a:lnTo>
                  <a:lnTo>
                    <a:pt x="3139" y="0"/>
                  </a:lnTo>
                  <a:lnTo>
                    <a:pt x="2512" y="0"/>
                  </a:lnTo>
                  <a:lnTo>
                    <a:pt x="1884" y="126"/>
                  </a:lnTo>
                  <a:lnTo>
                    <a:pt x="1382" y="314"/>
                  </a:lnTo>
                  <a:lnTo>
                    <a:pt x="942" y="502"/>
                  </a:lnTo>
                  <a:lnTo>
                    <a:pt x="566" y="816"/>
                  </a:lnTo>
                  <a:lnTo>
                    <a:pt x="252" y="1130"/>
                  </a:lnTo>
                  <a:lnTo>
                    <a:pt x="63" y="1444"/>
                  </a:lnTo>
                  <a:lnTo>
                    <a:pt x="1" y="1821"/>
                  </a:lnTo>
                  <a:lnTo>
                    <a:pt x="1" y="1821"/>
                  </a:lnTo>
                  <a:close/>
                </a:path>
              </a:pathLst>
            </a:custGeom>
            <a:noFill/>
            <a:ln cap="rnd" cmpd="sng" w="7850">
              <a:solidFill>
                <a:srgbClr val="14002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" name="Google Shape;164;p27"/>
            <p:cNvSpPr/>
            <p:nvPr/>
          </p:nvSpPr>
          <p:spPr>
            <a:xfrm>
              <a:off x="1749389" y="1089257"/>
              <a:ext cx="252401" cy="147883"/>
            </a:xfrm>
            <a:custGeom>
              <a:rect b="b" l="l" r="r" t="t"/>
              <a:pathLst>
                <a:path extrusionOk="0" h="3642" w="6216">
                  <a:moveTo>
                    <a:pt x="2512" y="0"/>
                  </a:moveTo>
                  <a:lnTo>
                    <a:pt x="1884" y="126"/>
                  </a:lnTo>
                  <a:lnTo>
                    <a:pt x="1382" y="314"/>
                  </a:lnTo>
                  <a:lnTo>
                    <a:pt x="942" y="502"/>
                  </a:lnTo>
                  <a:lnTo>
                    <a:pt x="566" y="816"/>
                  </a:lnTo>
                  <a:lnTo>
                    <a:pt x="252" y="1130"/>
                  </a:lnTo>
                  <a:lnTo>
                    <a:pt x="63" y="1444"/>
                  </a:lnTo>
                  <a:lnTo>
                    <a:pt x="1" y="1821"/>
                  </a:lnTo>
                  <a:lnTo>
                    <a:pt x="63" y="2197"/>
                  </a:lnTo>
                  <a:lnTo>
                    <a:pt x="252" y="2511"/>
                  </a:lnTo>
                  <a:lnTo>
                    <a:pt x="566" y="2825"/>
                  </a:lnTo>
                  <a:lnTo>
                    <a:pt x="942" y="3139"/>
                  </a:lnTo>
                  <a:lnTo>
                    <a:pt x="1382" y="3327"/>
                  </a:lnTo>
                  <a:lnTo>
                    <a:pt x="1884" y="3516"/>
                  </a:lnTo>
                  <a:lnTo>
                    <a:pt x="2512" y="3641"/>
                  </a:lnTo>
                  <a:lnTo>
                    <a:pt x="3767" y="3641"/>
                  </a:lnTo>
                  <a:lnTo>
                    <a:pt x="4332" y="3516"/>
                  </a:lnTo>
                  <a:lnTo>
                    <a:pt x="4834" y="3327"/>
                  </a:lnTo>
                  <a:lnTo>
                    <a:pt x="5336" y="3139"/>
                  </a:lnTo>
                  <a:lnTo>
                    <a:pt x="5713" y="2825"/>
                  </a:lnTo>
                  <a:lnTo>
                    <a:pt x="5964" y="2511"/>
                  </a:lnTo>
                  <a:lnTo>
                    <a:pt x="6153" y="2197"/>
                  </a:lnTo>
                  <a:lnTo>
                    <a:pt x="6215" y="1821"/>
                  </a:lnTo>
                  <a:lnTo>
                    <a:pt x="6153" y="1444"/>
                  </a:lnTo>
                  <a:lnTo>
                    <a:pt x="5964" y="1130"/>
                  </a:lnTo>
                  <a:lnTo>
                    <a:pt x="5713" y="816"/>
                  </a:lnTo>
                  <a:lnTo>
                    <a:pt x="5336" y="502"/>
                  </a:lnTo>
                  <a:lnTo>
                    <a:pt x="4834" y="314"/>
                  </a:lnTo>
                  <a:lnTo>
                    <a:pt x="4332" y="126"/>
                  </a:lnTo>
                  <a:lnTo>
                    <a:pt x="3767" y="0"/>
                  </a:lnTo>
                  <a:close/>
                </a:path>
              </a:pathLst>
            </a:custGeom>
            <a:solidFill>
              <a:srgbClr val="14002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" name="Google Shape;165;p27"/>
            <p:cNvSpPr/>
            <p:nvPr/>
          </p:nvSpPr>
          <p:spPr>
            <a:xfrm>
              <a:off x="1795272" y="1114716"/>
              <a:ext cx="163191" cy="86732"/>
            </a:xfrm>
            <a:custGeom>
              <a:rect b="b" l="l" r="r" t="t"/>
              <a:pathLst>
                <a:path extrusionOk="0" h="2136" w="4019">
                  <a:moveTo>
                    <a:pt x="1570" y="1"/>
                  </a:moveTo>
                  <a:lnTo>
                    <a:pt x="1193" y="64"/>
                  </a:lnTo>
                  <a:lnTo>
                    <a:pt x="879" y="189"/>
                  </a:lnTo>
                  <a:lnTo>
                    <a:pt x="566" y="315"/>
                  </a:lnTo>
                  <a:lnTo>
                    <a:pt x="314" y="440"/>
                  </a:lnTo>
                  <a:lnTo>
                    <a:pt x="126" y="629"/>
                  </a:lnTo>
                  <a:lnTo>
                    <a:pt x="1" y="817"/>
                  </a:lnTo>
                  <a:lnTo>
                    <a:pt x="1" y="1068"/>
                  </a:lnTo>
                  <a:lnTo>
                    <a:pt x="1" y="1256"/>
                  </a:lnTo>
                  <a:lnTo>
                    <a:pt x="126" y="1507"/>
                  </a:lnTo>
                  <a:lnTo>
                    <a:pt x="314" y="1633"/>
                  </a:lnTo>
                  <a:lnTo>
                    <a:pt x="566" y="1821"/>
                  </a:lnTo>
                  <a:lnTo>
                    <a:pt x="879" y="1947"/>
                  </a:lnTo>
                  <a:lnTo>
                    <a:pt x="1193" y="2072"/>
                  </a:lnTo>
                  <a:lnTo>
                    <a:pt x="1570" y="2135"/>
                  </a:lnTo>
                  <a:lnTo>
                    <a:pt x="2386" y="2135"/>
                  </a:lnTo>
                  <a:lnTo>
                    <a:pt x="2763" y="2072"/>
                  </a:lnTo>
                  <a:lnTo>
                    <a:pt x="3139" y="1947"/>
                  </a:lnTo>
                  <a:lnTo>
                    <a:pt x="3390" y="1821"/>
                  </a:lnTo>
                  <a:lnTo>
                    <a:pt x="3641" y="1633"/>
                  </a:lnTo>
                  <a:lnTo>
                    <a:pt x="3830" y="1507"/>
                  </a:lnTo>
                  <a:lnTo>
                    <a:pt x="3955" y="1256"/>
                  </a:lnTo>
                  <a:lnTo>
                    <a:pt x="4018" y="1068"/>
                  </a:lnTo>
                  <a:lnTo>
                    <a:pt x="3955" y="817"/>
                  </a:lnTo>
                  <a:lnTo>
                    <a:pt x="3830" y="629"/>
                  </a:lnTo>
                  <a:lnTo>
                    <a:pt x="3641" y="440"/>
                  </a:lnTo>
                  <a:lnTo>
                    <a:pt x="3390" y="315"/>
                  </a:lnTo>
                  <a:lnTo>
                    <a:pt x="3139" y="189"/>
                  </a:lnTo>
                  <a:lnTo>
                    <a:pt x="2763" y="64"/>
                  </a:lnTo>
                  <a:lnTo>
                    <a:pt x="238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" name="Google Shape;166;p27"/>
            <p:cNvSpPr/>
            <p:nvPr/>
          </p:nvSpPr>
          <p:spPr>
            <a:xfrm>
              <a:off x="2345833" y="1963512"/>
              <a:ext cx="616912" cy="2309409"/>
            </a:xfrm>
            <a:custGeom>
              <a:rect b="b" l="l" r="r" t="t"/>
              <a:pathLst>
                <a:path extrusionOk="0" h="56875" w="15193">
                  <a:moveTo>
                    <a:pt x="1" y="1"/>
                  </a:moveTo>
                  <a:lnTo>
                    <a:pt x="1" y="48023"/>
                  </a:lnTo>
                  <a:lnTo>
                    <a:pt x="15067" y="56874"/>
                  </a:lnTo>
                  <a:lnTo>
                    <a:pt x="15192" y="891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99999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" name="Google Shape;167;p27"/>
            <p:cNvSpPr/>
            <p:nvPr/>
          </p:nvSpPr>
          <p:spPr>
            <a:xfrm>
              <a:off x="2345833" y="1963512"/>
              <a:ext cx="616912" cy="2309409"/>
            </a:xfrm>
            <a:custGeom>
              <a:rect b="b" l="l" r="r" t="t"/>
              <a:pathLst>
                <a:path extrusionOk="0" fill="none" h="56875" w="15193">
                  <a:moveTo>
                    <a:pt x="1" y="1"/>
                  </a:moveTo>
                  <a:lnTo>
                    <a:pt x="1" y="48023"/>
                  </a:lnTo>
                  <a:lnTo>
                    <a:pt x="15067" y="56874"/>
                  </a:lnTo>
                  <a:lnTo>
                    <a:pt x="15192" y="8915"/>
                  </a:lnTo>
                  <a:lnTo>
                    <a:pt x="1" y="1"/>
                  </a:lnTo>
                  <a:close/>
                </a:path>
              </a:pathLst>
            </a:custGeom>
            <a:noFill/>
            <a:ln cap="rnd" cmpd="sng" w="7850">
              <a:solidFill>
                <a:srgbClr val="14002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" name="Google Shape;168;p27"/>
            <p:cNvSpPr/>
            <p:nvPr/>
          </p:nvSpPr>
          <p:spPr>
            <a:xfrm>
              <a:off x="2960144" y="1741771"/>
              <a:ext cx="994132" cy="2531153"/>
            </a:xfrm>
            <a:custGeom>
              <a:rect b="b" l="l" r="r" t="t"/>
              <a:pathLst>
                <a:path extrusionOk="0" h="62336" w="24483">
                  <a:moveTo>
                    <a:pt x="24483" y="0"/>
                  </a:moveTo>
                  <a:lnTo>
                    <a:pt x="63" y="14376"/>
                  </a:lnTo>
                  <a:lnTo>
                    <a:pt x="1" y="62335"/>
                  </a:lnTo>
                  <a:lnTo>
                    <a:pt x="24483" y="48148"/>
                  </a:lnTo>
                  <a:lnTo>
                    <a:pt x="24483" y="0"/>
                  </a:ln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" name="Google Shape;169;p27"/>
            <p:cNvSpPr/>
            <p:nvPr/>
          </p:nvSpPr>
          <p:spPr>
            <a:xfrm>
              <a:off x="2960144" y="1741771"/>
              <a:ext cx="994132" cy="2531153"/>
            </a:xfrm>
            <a:custGeom>
              <a:rect b="b" l="l" r="r" t="t"/>
              <a:pathLst>
                <a:path extrusionOk="0" fill="none" h="62336" w="24483">
                  <a:moveTo>
                    <a:pt x="63" y="14376"/>
                  </a:moveTo>
                  <a:lnTo>
                    <a:pt x="24483" y="0"/>
                  </a:lnTo>
                  <a:lnTo>
                    <a:pt x="24483" y="48148"/>
                  </a:lnTo>
                  <a:lnTo>
                    <a:pt x="1" y="62335"/>
                  </a:lnTo>
                  <a:lnTo>
                    <a:pt x="63" y="14376"/>
                  </a:lnTo>
                  <a:close/>
                </a:path>
              </a:pathLst>
            </a:custGeom>
            <a:noFill/>
            <a:ln cap="rnd" cmpd="sng" w="7850">
              <a:solidFill>
                <a:srgbClr val="14002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" name="Google Shape;170;p27"/>
            <p:cNvSpPr/>
            <p:nvPr/>
          </p:nvSpPr>
          <p:spPr>
            <a:xfrm>
              <a:off x="2348391" y="1379823"/>
              <a:ext cx="1605887" cy="945690"/>
            </a:xfrm>
            <a:custGeom>
              <a:rect b="b" l="l" r="r" t="t"/>
              <a:pathLst>
                <a:path extrusionOk="0" h="23290" w="39549">
                  <a:moveTo>
                    <a:pt x="24169" y="0"/>
                  </a:moveTo>
                  <a:lnTo>
                    <a:pt x="1" y="14376"/>
                  </a:lnTo>
                  <a:lnTo>
                    <a:pt x="15129" y="23290"/>
                  </a:lnTo>
                  <a:lnTo>
                    <a:pt x="39549" y="8914"/>
                  </a:lnTo>
                  <a:lnTo>
                    <a:pt x="2416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" name="Google Shape;171;p27"/>
            <p:cNvSpPr/>
            <p:nvPr/>
          </p:nvSpPr>
          <p:spPr>
            <a:xfrm>
              <a:off x="2348391" y="1379823"/>
              <a:ext cx="1605887" cy="945690"/>
            </a:xfrm>
            <a:custGeom>
              <a:rect b="b" l="l" r="r" t="t"/>
              <a:pathLst>
                <a:path extrusionOk="0" fill="none" h="23290" w="39549">
                  <a:moveTo>
                    <a:pt x="39549" y="8914"/>
                  </a:moveTo>
                  <a:lnTo>
                    <a:pt x="24169" y="0"/>
                  </a:lnTo>
                  <a:lnTo>
                    <a:pt x="1" y="14376"/>
                  </a:lnTo>
                  <a:lnTo>
                    <a:pt x="15129" y="23290"/>
                  </a:lnTo>
                  <a:lnTo>
                    <a:pt x="39549" y="8914"/>
                  </a:lnTo>
                  <a:close/>
                </a:path>
              </a:pathLst>
            </a:custGeom>
            <a:noFill/>
            <a:ln cap="rnd" cmpd="sng" w="7850">
              <a:solidFill>
                <a:srgbClr val="14002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" name="Google Shape;172;p27"/>
            <p:cNvSpPr/>
            <p:nvPr/>
          </p:nvSpPr>
          <p:spPr>
            <a:xfrm>
              <a:off x="3113102" y="2249002"/>
              <a:ext cx="124901" cy="285534"/>
            </a:xfrm>
            <a:custGeom>
              <a:rect b="b" l="l" r="r" t="t"/>
              <a:pathLst>
                <a:path extrusionOk="0" h="7032" w="3076">
                  <a:moveTo>
                    <a:pt x="3076" y="1"/>
                  </a:moveTo>
                  <a:lnTo>
                    <a:pt x="0" y="1758"/>
                  </a:lnTo>
                  <a:lnTo>
                    <a:pt x="0" y="7031"/>
                  </a:lnTo>
                  <a:lnTo>
                    <a:pt x="3076" y="5274"/>
                  </a:lnTo>
                  <a:lnTo>
                    <a:pt x="307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" name="Google Shape;173;p27"/>
            <p:cNvSpPr/>
            <p:nvPr/>
          </p:nvSpPr>
          <p:spPr>
            <a:xfrm>
              <a:off x="3314462" y="2129219"/>
              <a:ext cx="124942" cy="288052"/>
            </a:xfrm>
            <a:custGeom>
              <a:rect b="b" l="l" r="r" t="t"/>
              <a:pathLst>
                <a:path extrusionOk="0" h="7094" w="3077">
                  <a:moveTo>
                    <a:pt x="3076" y="0"/>
                  </a:moveTo>
                  <a:lnTo>
                    <a:pt x="0" y="1821"/>
                  </a:lnTo>
                  <a:lnTo>
                    <a:pt x="63" y="7094"/>
                  </a:lnTo>
                  <a:lnTo>
                    <a:pt x="3076" y="5336"/>
                  </a:lnTo>
                  <a:lnTo>
                    <a:pt x="307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" name="Google Shape;174;p27"/>
            <p:cNvSpPr/>
            <p:nvPr/>
          </p:nvSpPr>
          <p:spPr>
            <a:xfrm>
              <a:off x="3518379" y="2011953"/>
              <a:ext cx="122383" cy="285534"/>
            </a:xfrm>
            <a:custGeom>
              <a:rect b="b" l="l" r="r" t="t"/>
              <a:pathLst>
                <a:path extrusionOk="0" h="7032" w="3014">
                  <a:moveTo>
                    <a:pt x="3013" y="1"/>
                  </a:moveTo>
                  <a:lnTo>
                    <a:pt x="0" y="1758"/>
                  </a:lnTo>
                  <a:lnTo>
                    <a:pt x="0" y="7031"/>
                  </a:lnTo>
                  <a:lnTo>
                    <a:pt x="3013" y="5274"/>
                  </a:lnTo>
                  <a:lnTo>
                    <a:pt x="301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" name="Google Shape;175;p27"/>
            <p:cNvSpPr/>
            <p:nvPr/>
          </p:nvSpPr>
          <p:spPr>
            <a:xfrm>
              <a:off x="3719739" y="1892170"/>
              <a:ext cx="124942" cy="285494"/>
            </a:xfrm>
            <a:custGeom>
              <a:rect b="b" l="l" r="r" t="t"/>
              <a:pathLst>
                <a:path extrusionOk="0" h="7031" w="3077">
                  <a:moveTo>
                    <a:pt x="3076" y="0"/>
                  </a:moveTo>
                  <a:lnTo>
                    <a:pt x="0" y="1758"/>
                  </a:lnTo>
                  <a:lnTo>
                    <a:pt x="63" y="7031"/>
                  </a:lnTo>
                  <a:lnTo>
                    <a:pt x="3076" y="5273"/>
                  </a:lnTo>
                  <a:lnTo>
                    <a:pt x="307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" name="Google Shape;176;p27"/>
            <p:cNvSpPr/>
            <p:nvPr/>
          </p:nvSpPr>
          <p:spPr>
            <a:xfrm>
              <a:off x="3113102" y="2562509"/>
              <a:ext cx="124901" cy="288092"/>
            </a:xfrm>
            <a:custGeom>
              <a:rect b="b" l="l" r="r" t="t"/>
              <a:pathLst>
                <a:path extrusionOk="0" h="7095" w="3076">
                  <a:moveTo>
                    <a:pt x="3076" y="1"/>
                  </a:moveTo>
                  <a:lnTo>
                    <a:pt x="0" y="1758"/>
                  </a:lnTo>
                  <a:lnTo>
                    <a:pt x="0" y="7094"/>
                  </a:lnTo>
                  <a:lnTo>
                    <a:pt x="3076" y="5337"/>
                  </a:lnTo>
                  <a:lnTo>
                    <a:pt x="307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" name="Google Shape;177;p27"/>
            <p:cNvSpPr/>
            <p:nvPr/>
          </p:nvSpPr>
          <p:spPr>
            <a:xfrm>
              <a:off x="3314462" y="2442726"/>
              <a:ext cx="124942" cy="288052"/>
            </a:xfrm>
            <a:custGeom>
              <a:rect b="b" l="l" r="r" t="t"/>
              <a:pathLst>
                <a:path extrusionOk="0" h="7094" w="3077">
                  <a:moveTo>
                    <a:pt x="3076" y="0"/>
                  </a:moveTo>
                  <a:lnTo>
                    <a:pt x="0" y="1821"/>
                  </a:lnTo>
                  <a:lnTo>
                    <a:pt x="63" y="7094"/>
                  </a:lnTo>
                  <a:lnTo>
                    <a:pt x="3076" y="5336"/>
                  </a:lnTo>
                  <a:lnTo>
                    <a:pt x="307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" name="Google Shape;178;p27"/>
            <p:cNvSpPr/>
            <p:nvPr/>
          </p:nvSpPr>
          <p:spPr>
            <a:xfrm>
              <a:off x="3518379" y="2325460"/>
              <a:ext cx="122383" cy="285534"/>
            </a:xfrm>
            <a:custGeom>
              <a:rect b="b" l="l" r="r" t="t"/>
              <a:pathLst>
                <a:path extrusionOk="0" h="7032" w="3014">
                  <a:moveTo>
                    <a:pt x="3013" y="1"/>
                  </a:moveTo>
                  <a:lnTo>
                    <a:pt x="0" y="1758"/>
                  </a:lnTo>
                  <a:lnTo>
                    <a:pt x="0" y="7031"/>
                  </a:lnTo>
                  <a:lnTo>
                    <a:pt x="3013" y="5274"/>
                  </a:lnTo>
                  <a:lnTo>
                    <a:pt x="301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" name="Google Shape;179;p27"/>
            <p:cNvSpPr/>
            <p:nvPr/>
          </p:nvSpPr>
          <p:spPr>
            <a:xfrm>
              <a:off x="3719739" y="2205677"/>
              <a:ext cx="124942" cy="288052"/>
            </a:xfrm>
            <a:custGeom>
              <a:rect b="b" l="l" r="r" t="t"/>
              <a:pathLst>
                <a:path extrusionOk="0" h="7094" w="3077">
                  <a:moveTo>
                    <a:pt x="3076" y="0"/>
                  </a:moveTo>
                  <a:lnTo>
                    <a:pt x="0" y="1758"/>
                  </a:lnTo>
                  <a:lnTo>
                    <a:pt x="63" y="7094"/>
                  </a:lnTo>
                  <a:lnTo>
                    <a:pt x="3076" y="5336"/>
                  </a:lnTo>
                  <a:lnTo>
                    <a:pt x="307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" name="Google Shape;180;p27"/>
            <p:cNvSpPr/>
            <p:nvPr/>
          </p:nvSpPr>
          <p:spPr>
            <a:xfrm>
              <a:off x="3113102" y="2876057"/>
              <a:ext cx="124901" cy="288052"/>
            </a:xfrm>
            <a:custGeom>
              <a:rect b="b" l="l" r="r" t="t"/>
              <a:pathLst>
                <a:path extrusionOk="0" h="7094" w="3076">
                  <a:moveTo>
                    <a:pt x="3076" y="0"/>
                  </a:moveTo>
                  <a:lnTo>
                    <a:pt x="0" y="1758"/>
                  </a:lnTo>
                  <a:lnTo>
                    <a:pt x="0" y="7094"/>
                  </a:lnTo>
                  <a:lnTo>
                    <a:pt x="3076" y="5336"/>
                  </a:lnTo>
                  <a:lnTo>
                    <a:pt x="307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" name="Google Shape;181;p27"/>
            <p:cNvSpPr/>
            <p:nvPr/>
          </p:nvSpPr>
          <p:spPr>
            <a:xfrm>
              <a:off x="3314462" y="2756233"/>
              <a:ext cx="124942" cy="288092"/>
            </a:xfrm>
            <a:custGeom>
              <a:rect b="b" l="l" r="r" t="t"/>
              <a:pathLst>
                <a:path extrusionOk="0" h="7095" w="3077">
                  <a:moveTo>
                    <a:pt x="3076" y="1"/>
                  </a:moveTo>
                  <a:lnTo>
                    <a:pt x="0" y="1821"/>
                  </a:lnTo>
                  <a:lnTo>
                    <a:pt x="63" y="7094"/>
                  </a:lnTo>
                  <a:lnTo>
                    <a:pt x="3076" y="5336"/>
                  </a:lnTo>
                  <a:lnTo>
                    <a:pt x="307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" name="Google Shape;182;p27"/>
            <p:cNvSpPr/>
            <p:nvPr/>
          </p:nvSpPr>
          <p:spPr>
            <a:xfrm>
              <a:off x="3518379" y="2639008"/>
              <a:ext cx="122383" cy="288052"/>
            </a:xfrm>
            <a:custGeom>
              <a:rect b="b" l="l" r="r" t="t"/>
              <a:pathLst>
                <a:path extrusionOk="0" h="7094" w="3014">
                  <a:moveTo>
                    <a:pt x="3013" y="0"/>
                  </a:moveTo>
                  <a:lnTo>
                    <a:pt x="0" y="1758"/>
                  </a:lnTo>
                  <a:lnTo>
                    <a:pt x="0" y="7094"/>
                  </a:lnTo>
                  <a:lnTo>
                    <a:pt x="3013" y="5336"/>
                  </a:lnTo>
                  <a:lnTo>
                    <a:pt x="301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" name="Google Shape;183;p27"/>
            <p:cNvSpPr/>
            <p:nvPr/>
          </p:nvSpPr>
          <p:spPr>
            <a:xfrm>
              <a:off x="3719739" y="2519184"/>
              <a:ext cx="124942" cy="288092"/>
            </a:xfrm>
            <a:custGeom>
              <a:rect b="b" l="l" r="r" t="t"/>
              <a:pathLst>
                <a:path extrusionOk="0" h="7095" w="3077">
                  <a:moveTo>
                    <a:pt x="3076" y="1"/>
                  </a:moveTo>
                  <a:lnTo>
                    <a:pt x="0" y="1758"/>
                  </a:lnTo>
                  <a:lnTo>
                    <a:pt x="63" y="7094"/>
                  </a:lnTo>
                  <a:lnTo>
                    <a:pt x="3076" y="5336"/>
                  </a:lnTo>
                  <a:lnTo>
                    <a:pt x="307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" name="Google Shape;184;p27"/>
            <p:cNvSpPr/>
            <p:nvPr/>
          </p:nvSpPr>
          <p:spPr>
            <a:xfrm>
              <a:off x="3113102" y="3189564"/>
              <a:ext cx="124901" cy="288052"/>
            </a:xfrm>
            <a:custGeom>
              <a:rect b="b" l="l" r="r" t="t"/>
              <a:pathLst>
                <a:path extrusionOk="0" h="7094" w="3076">
                  <a:moveTo>
                    <a:pt x="3076" y="0"/>
                  </a:moveTo>
                  <a:lnTo>
                    <a:pt x="0" y="1821"/>
                  </a:lnTo>
                  <a:lnTo>
                    <a:pt x="0" y="7094"/>
                  </a:lnTo>
                  <a:lnTo>
                    <a:pt x="3076" y="5336"/>
                  </a:lnTo>
                  <a:lnTo>
                    <a:pt x="307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" name="Google Shape;185;p27"/>
            <p:cNvSpPr/>
            <p:nvPr/>
          </p:nvSpPr>
          <p:spPr>
            <a:xfrm>
              <a:off x="3314462" y="3072298"/>
              <a:ext cx="124942" cy="285534"/>
            </a:xfrm>
            <a:custGeom>
              <a:rect b="b" l="l" r="r" t="t"/>
              <a:pathLst>
                <a:path extrusionOk="0" h="7032" w="3077">
                  <a:moveTo>
                    <a:pt x="3076" y="1"/>
                  </a:moveTo>
                  <a:lnTo>
                    <a:pt x="0" y="1758"/>
                  </a:lnTo>
                  <a:lnTo>
                    <a:pt x="63" y="7031"/>
                  </a:lnTo>
                  <a:lnTo>
                    <a:pt x="3076" y="5274"/>
                  </a:lnTo>
                  <a:lnTo>
                    <a:pt x="307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" name="Google Shape;186;p27"/>
            <p:cNvSpPr/>
            <p:nvPr/>
          </p:nvSpPr>
          <p:spPr>
            <a:xfrm>
              <a:off x="3518379" y="2952515"/>
              <a:ext cx="122383" cy="288052"/>
            </a:xfrm>
            <a:custGeom>
              <a:rect b="b" l="l" r="r" t="t"/>
              <a:pathLst>
                <a:path extrusionOk="0" h="7094" w="3014">
                  <a:moveTo>
                    <a:pt x="3013" y="0"/>
                  </a:moveTo>
                  <a:lnTo>
                    <a:pt x="0" y="1758"/>
                  </a:lnTo>
                  <a:lnTo>
                    <a:pt x="0" y="7094"/>
                  </a:lnTo>
                  <a:lnTo>
                    <a:pt x="3013" y="5336"/>
                  </a:lnTo>
                  <a:lnTo>
                    <a:pt x="301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" name="Google Shape;187;p27"/>
            <p:cNvSpPr/>
            <p:nvPr/>
          </p:nvSpPr>
          <p:spPr>
            <a:xfrm>
              <a:off x="3719739" y="2832691"/>
              <a:ext cx="124942" cy="288092"/>
            </a:xfrm>
            <a:custGeom>
              <a:rect b="b" l="l" r="r" t="t"/>
              <a:pathLst>
                <a:path extrusionOk="0" h="7095" w="3077">
                  <a:moveTo>
                    <a:pt x="3076" y="1"/>
                  </a:moveTo>
                  <a:lnTo>
                    <a:pt x="0" y="1821"/>
                  </a:lnTo>
                  <a:lnTo>
                    <a:pt x="63" y="7094"/>
                  </a:lnTo>
                  <a:lnTo>
                    <a:pt x="3076" y="5337"/>
                  </a:lnTo>
                  <a:lnTo>
                    <a:pt x="307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" name="Google Shape;188;p27"/>
            <p:cNvSpPr/>
            <p:nvPr/>
          </p:nvSpPr>
          <p:spPr>
            <a:xfrm>
              <a:off x="3113102" y="3497996"/>
              <a:ext cx="124901" cy="288052"/>
            </a:xfrm>
            <a:custGeom>
              <a:rect b="b" l="l" r="r" t="t"/>
              <a:pathLst>
                <a:path extrusionOk="0" h="7094" w="3076">
                  <a:moveTo>
                    <a:pt x="3076" y="0"/>
                  </a:moveTo>
                  <a:lnTo>
                    <a:pt x="0" y="1758"/>
                  </a:lnTo>
                  <a:lnTo>
                    <a:pt x="0" y="7094"/>
                  </a:lnTo>
                  <a:lnTo>
                    <a:pt x="3076" y="5336"/>
                  </a:lnTo>
                  <a:lnTo>
                    <a:pt x="307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" name="Google Shape;189;p27"/>
            <p:cNvSpPr/>
            <p:nvPr/>
          </p:nvSpPr>
          <p:spPr>
            <a:xfrm>
              <a:off x="3314462" y="3380730"/>
              <a:ext cx="124942" cy="285534"/>
            </a:xfrm>
            <a:custGeom>
              <a:rect b="b" l="l" r="r" t="t"/>
              <a:pathLst>
                <a:path extrusionOk="0" h="7032" w="3077">
                  <a:moveTo>
                    <a:pt x="3076" y="0"/>
                  </a:moveTo>
                  <a:lnTo>
                    <a:pt x="0" y="1758"/>
                  </a:lnTo>
                  <a:lnTo>
                    <a:pt x="63" y="7031"/>
                  </a:lnTo>
                  <a:lnTo>
                    <a:pt x="3076" y="5273"/>
                  </a:lnTo>
                  <a:lnTo>
                    <a:pt x="307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" name="Google Shape;190;p27"/>
            <p:cNvSpPr/>
            <p:nvPr/>
          </p:nvSpPr>
          <p:spPr>
            <a:xfrm>
              <a:off x="3518379" y="3260906"/>
              <a:ext cx="122383" cy="288092"/>
            </a:xfrm>
            <a:custGeom>
              <a:rect b="b" l="l" r="r" t="t"/>
              <a:pathLst>
                <a:path extrusionOk="0" h="7095" w="3014">
                  <a:moveTo>
                    <a:pt x="3013" y="1"/>
                  </a:moveTo>
                  <a:lnTo>
                    <a:pt x="0" y="1759"/>
                  </a:lnTo>
                  <a:lnTo>
                    <a:pt x="0" y="7094"/>
                  </a:lnTo>
                  <a:lnTo>
                    <a:pt x="3013" y="5337"/>
                  </a:lnTo>
                  <a:lnTo>
                    <a:pt x="301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" name="Google Shape;191;p27"/>
            <p:cNvSpPr/>
            <p:nvPr/>
          </p:nvSpPr>
          <p:spPr>
            <a:xfrm>
              <a:off x="3719739" y="3141123"/>
              <a:ext cx="124942" cy="288092"/>
            </a:xfrm>
            <a:custGeom>
              <a:rect b="b" l="l" r="r" t="t"/>
              <a:pathLst>
                <a:path extrusionOk="0" h="7095" w="3077">
                  <a:moveTo>
                    <a:pt x="3076" y="1"/>
                  </a:moveTo>
                  <a:lnTo>
                    <a:pt x="0" y="1758"/>
                  </a:lnTo>
                  <a:lnTo>
                    <a:pt x="63" y="7094"/>
                  </a:lnTo>
                  <a:lnTo>
                    <a:pt x="3076" y="5336"/>
                  </a:lnTo>
                  <a:lnTo>
                    <a:pt x="307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" name="Google Shape;192;p27"/>
            <p:cNvSpPr/>
            <p:nvPr/>
          </p:nvSpPr>
          <p:spPr>
            <a:xfrm>
              <a:off x="3355229" y="3735044"/>
              <a:ext cx="267668" cy="305877"/>
            </a:xfrm>
            <a:custGeom>
              <a:rect b="b" l="l" r="r" t="t"/>
              <a:pathLst>
                <a:path extrusionOk="0" h="7533" w="6592">
                  <a:moveTo>
                    <a:pt x="6592" y="0"/>
                  </a:moveTo>
                  <a:lnTo>
                    <a:pt x="1" y="3829"/>
                  </a:lnTo>
                  <a:lnTo>
                    <a:pt x="1" y="7533"/>
                  </a:lnTo>
                  <a:lnTo>
                    <a:pt x="6592" y="3578"/>
                  </a:lnTo>
                  <a:lnTo>
                    <a:pt x="6592" y="0"/>
                  </a:lnTo>
                  <a:close/>
                </a:path>
              </a:pathLst>
            </a:custGeom>
            <a:solidFill>
              <a:srgbClr val="14002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" name="Google Shape;193;p27"/>
            <p:cNvSpPr/>
            <p:nvPr/>
          </p:nvSpPr>
          <p:spPr>
            <a:xfrm>
              <a:off x="3355229" y="3735044"/>
              <a:ext cx="267668" cy="305877"/>
            </a:xfrm>
            <a:custGeom>
              <a:rect b="b" l="l" r="r" t="t"/>
              <a:pathLst>
                <a:path extrusionOk="0" fill="none" h="7533" w="6592">
                  <a:moveTo>
                    <a:pt x="6592" y="0"/>
                  </a:moveTo>
                  <a:lnTo>
                    <a:pt x="6592" y="3578"/>
                  </a:lnTo>
                  <a:lnTo>
                    <a:pt x="1" y="7533"/>
                  </a:lnTo>
                  <a:lnTo>
                    <a:pt x="1" y="3829"/>
                  </a:lnTo>
                  <a:lnTo>
                    <a:pt x="6592" y="0"/>
                  </a:lnTo>
                  <a:close/>
                </a:path>
              </a:pathLst>
            </a:custGeom>
            <a:noFill/>
            <a:ln cap="rnd" cmpd="sng" w="7850">
              <a:solidFill>
                <a:srgbClr val="14002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" name="Google Shape;194;p27"/>
            <p:cNvSpPr/>
            <p:nvPr/>
          </p:nvSpPr>
          <p:spPr>
            <a:xfrm>
              <a:off x="2957586" y="3383288"/>
              <a:ext cx="994132" cy="578621"/>
            </a:xfrm>
            <a:custGeom>
              <a:rect b="b" l="l" r="r" t="t"/>
              <a:pathLst>
                <a:path extrusionOk="0" fill="none" h="14250" w="24483">
                  <a:moveTo>
                    <a:pt x="1" y="14250"/>
                  </a:moveTo>
                  <a:lnTo>
                    <a:pt x="24483" y="0"/>
                  </a:lnTo>
                </a:path>
              </a:pathLst>
            </a:custGeom>
            <a:noFill/>
            <a:ln cap="rnd" cmpd="sng" w="7850">
              <a:solidFill>
                <a:srgbClr val="14002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" name="Google Shape;195;p27"/>
            <p:cNvSpPr/>
            <p:nvPr/>
          </p:nvSpPr>
          <p:spPr>
            <a:xfrm>
              <a:off x="2371333" y="2315268"/>
              <a:ext cx="435935" cy="390052"/>
            </a:xfrm>
            <a:custGeom>
              <a:rect b="b" l="l" r="r" t="t"/>
              <a:pathLst>
                <a:path extrusionOk="0" h="9606" w="10736">
                  <a:moveTo>
                    <a:pt x="1" y="1"/>
                  </a:moveTo>
                  <a:lnTo>
                    <a:pt x="63" y="3390"/>
                  </a:lnTo>
                  <a:lnTo>
                    <a:pt x="10735" y="9605"/>
                  </a:lnTo>
                  <a:lnTo>
                    <a:pt x="10735" y="640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B7B7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" name="Google Shape;196;p27"/>
            <p:cNvSpPr/>
            <p:nvPr/>
          </p:nvSpPr>
          <p:spPr>
            <a:xfrm>
              <a:off x="2371333" y="2315268"/>
              <a:ext cx="435935" cy="390052"/>
            </a:xfrm>
            <a:custGeom>
              <a:rect b="b" l="l" r="r" t="t"/>
              <a:pathLst>
                <a:path extrusionOk="0" fill="none" h="9606" w="10736">
                  <a:moveTo>
                    <a:pt x="10735" y="6404"/>
                  </a:moveTo>
                  <a:lnTo>
                    <a:pt x="10735" y="9605"/>
                  </a:lnTo>
                  <a:lnTo>
                    <a:pt x="63" y="3390"/>
                  </a:lnTo>
                  <a:lnTo>
                    <a:pt x="1" y="1"/>
                  </a:lnTo>
                  <a:lnTo>
                    <a:pt x="10735" y="6404"/>
                  </a:lnTo>
                  <a:close/>
                </a:path>
              </a:pathLst>
            </a:custGeom>
            <a:noFill/>
            <a:ln cap="rnd" cmpd="sng" w="7850">
              <a:solidFill>
                <a:srgbClr val="14002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" name="Google Shape;197;p27"/>
            <p:cNvSpPr/>
            <p:nvPr/>
          </p:nvSpPr>
          <p:spPr>
            <a:xfrm>
              <a:off x="2371333" y="2254118"/>
              <a:ext cx="542970" cy="321186"/>
            </a:xfrm>
            <a:custGeom>
              <a:rect b="b" l="l" r="r" t="t"/>
              <a:pathLst>
                <a:path extrusionOk="0" h="7910" w="13372">
                  <a:moveTo>
                    <a:pt x="2700" y="0"/>
                  </a:moveTo>
                  <a:lnTo>
                    <a:pt x="1" y="1507"/>
                  </a:lnTo>
                  <a:lnTo>
                    <a:pt x="10735" y="7910"/>
                  </a:lnTo>
                  <a:lnTo>
                    <a:pt x="13372" y="6278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" name="Google Shape;198;p27"/>
            <p:cNvSpPr/>
            <p:nvPr/>
          </p:nvSpPr>
          <p:spPr>
            <a:xfrm>
              <a:off x="2371333" y="2254118"/>
              <a:ext cx="542970" cy="321186"/>
            </a:xfrm>
            <a:custGeom>
              <a:rect b="b" l="l" r="r" t="t"/>
              <a:pathLst>
                <a:path extrusionOk="0" fill="none" h="7910" w="13372">
                  <a:moveTo>
                    <a:pt x="10735" y="7910"/>
                  </a:moveTo>
                  <a:lnTo>
                    <a:pt x="13372" y="6278"/>
                  </a:lnTo>
                  <a:lnTo>
                    <a:pt x="2700" y="0"/>
                  </a:lnTo>
                  <a:lnTo>
                    <a:pt x="1" y="1507"/>
                  </a:lnTo>
                  <a:lnTo>
                    <a:pt x="10735" y="7910"/>
                  </a:lnTo>
                  <a:close/>
                </a:path>
              </a:pathLst>
            </a:custGeom>
            <a:noFill/>
            <a:ln cap="rnd" cmpd="sng" w="7850">
              <a:solidFill>
                <a:srgbClr val="14002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" name="Google Shape;199;p27"/>
            <p:cNvSpPr/>
            <p:nvPr/>
          </p:nvSpPr>
          <p:spPr>
            <a:xfrm>
              <a:off x="2807226" y="2508992"/>
              <a:ext cx="109633" cy="196325"/>
            </a:xfrm>
            <a:custGeom>
              <a:rect b="b" l="l" r="r" t="t"/>
              <a:pathLst>
                <a:path extrusionOk="0" h="4835" w="2700">
                  <a:moveTo>
                    <a:pt x="2637" y="1"/>
                  </a:moveTo>
                  <a:lnTo>
                    <a:pt x="0" y="1633"/>
                  </a:lnTo>
                  <a:lnTo>
                    <a:pt x="0" y="4834"/>
                  </a:lnTo>
                  <a:lnTo>
                    <a:pt x="2699" y="3328"/>
                  </a:lnTo>
                  <a:lnTo>
                    <a:pt x="2637" y="1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" name="Google Shape;200;p27"/>
            <p:cNvSpPr/>
            <p:nvPr/>
          </p:nvSpPr>
          <p:spPr>
            <a:xfrm>
              <a:off x="2807226" y="2508992"/>
              <a:ext cx="109633" cy="196325"/>
            </a:xfrm>
            <a:custGeom>
              <a:rect b="b" l="l" r="r" t="t"/>
              <a:pathLst>
                <a:path extrusionOk="0" fill="none" h="4835" w="2700">
                  <a:moveTo>
                    <a:pt x="0" y="4834"/>
                  </a:moveTo>
                  <a:lnTo>
                    <a:pt x="2699" y="3328"/>
                  </a:lnTo>
                  <a:lnTo>
                    <a:pt x="2637" y="1"/>
                  </a:lnTo>
                  <a:lnTo>
                    <a:pt x="0" y="1633"/>
                  </a:lnTo>
                  <a:lnTo>
                    <a:pt x="0" y="4834"/>
                  </a:lnTo>
                  <a:close/>
                </a:path>
              </a:pathLst>
            </a:custGeom>
            <a:noFill/>
            <a:ln cap="rnd" cmpd="sng" w="7850">
              <a:solidFill>
                <a:srgbClr val="14002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" name="Google Shape;201;p27"/>
            <p:cNvSpPr/>
            <p:nvPr/>
          </p:nvSpPr>
          <p:spPr>
            <a:xfrm>
              <a:off x="2371333" y="2626258"/>
              <a:ext cx="435935" cy="390011"/>
            </a:xfrm>
            <a:custGeom>
              <a:rect b="b" l="l" r="r" t="t"/>
              <a:pathLst>
                <a:path extrusionOk="0" h="9605" w="10736">
                  <a:moveTo>
                    <a:pt x="1" y="0"/>
                  </a:moveTo>
                  <a:lnTo>
                    <a:pt x="63" y="3327"/>
                  </a:lnTo>
                  <a:lnTo>
                    <a:pt x="10735" y="9605"/>
                  </a:lnTo>
                  <a:lnTo>
                    <a:pt x="10735" y="6403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B7B7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" name="Google Shape;202;p27"/>
            <p:cNvSpPr/>
            <p:nvPr/>
          </p:nvSpPr>
          <p:spPr>
            <a:xfrm>
              <a:off x="2371333" y="2626258"/>
              <a:ext cx="435935" cy="390011"/>
            </a:xfrm>
            <a:custGeom>
              <a:rect b="b" l="l" r="r" t="t"/>
              <a:pathLst>
                <a:path extrusionOk="0" fill="none" h="9605" w="10736">
                  <a:moveTo>
                    <a:pt x="10735" y="6403"/>
                  </a:moveTo>
                  <a:lnTo>
                    <a:pt x="10735" y="9605"/>
                  </a:lnTo>
                  <a:lnTo>
                    <a:pt x="63" y="3327"/>
                  </a:lnTo>
                  <a:lnTo>
                    <a:pt x="1" y="0"/>
                  </a:lnTo>
                  <a:lnTo>
                    <a:pt x="10735" y="6403"/>
                  </a:lnTo>
                  <a:close/>
                </a:path>
              </a:pathLst>
            </a:custGeom>
            <a:noFill/>
            <a:ln cap="rnd" cmpd="sng" w="7850">
              <a:solidFill>
                <a:srgbClr val="14002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" name="Google Shape;203;p27"/>
            <p:cNvSpPr/>
            <p:nvPr/>
          </p:nvSpPr>
          <p:spPr>
            <a:xfrm>
              <a:off x="2371333" y="2562509"/>
              <a:ext cx="542970" cy="323784"/>
            </a:xfrm>
            <a:custGeom>
              <a:rect b="b" l="l" r="r" t="t"/>
              <a:pathLst>
                <a:path extrusionOk="0" h="7974" w="13372">
                  <a:moveTo>
                    <a:pt x="2700" y="1"/>
                  </a:moveTo>
                  <a:lnTo>
                    <a:pt x="1" y="1507"/>
                  </a:lnTo>
                  <a:lnTo>
                    <a:pt x="10735" y="7973"/>
                  </a:lnTo>
                  <a:lnTo>
                    <a:pt x="13372" y="6341"/>
                  </a:lnTo>
                  <a:lnTo>
                    <a:pt x="270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" name="Google Shape;204;p27"/>
            <p:cNvSpPr/>
            <p:nvPr/>
          </p:nvSpPr>
          <p:spPr>
            <a:xfrm>
              <a:off x="2371333" y="2562509"/>
              <a:ext cx="542970" cy="323784"/>
            </a:xfrm>
            <a:custGeom>
              <a:rect b="b" l="l" r="r" t="t"/>
              <a:pathLst>
                <a:path extrusionOk="0" fill="none" h="7974" w="13372">
                  <a:moveTo>
                    <a:pt x="10735" y="7973"/>
                  </a:moveTo>
                  <a:lnTo>
                    <a:pt x="13372" y="6341"/>
                  </a:lnTo>
                  <a:lnTo>
                    <a:pt x="2700" y="1"/>
                  </a:lnTo>
                  <a:lnTo>
                    <a:pt x="1" y="1507"/>
                  </a:lnTo>
                  <a:lnTo>
                    <a:pt x="10735" y="7973"/>
                  </a:lnTo>
                  <a:close/>
                </a:path>
              </a:pathLst>
            </a:custGeom>
            <a:noFill/>
            <a:ln cap="rnd" cmpd="sng" w="7850">
              <a:solidFill>
                <a:srgbClr val="14002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" name="Google Shape;205;p27"/>
            <p:cNvSpPr/>
            <p:nvPr/>
          </p:nvSpPr>
          <p:spPr>
            <a:xfrm>
              <a:off x="2807226" y="2819982"/>
              <a:ext cx="109633" cy="196285"/>
            </a:xfrm>
            <a:custGeom>
              <a:rect b="b" l="l" r="r" t="t"/>
              <a:pathLst>
                <a:path extrusionOk="0" h="4834" w="2700">
                  <a:moveTo>
                    <a:pt x="2637" y="0"/>
                  </a:moveTo>
                  <a:lnTo>
                    <a:pt x="0" y="1632"/>
                  </a:lnTo>
                  <a:lnTo>
                    <a:pt x="0" y="4834"/>
                  </a:lnTo>
                  <a:lnTo>
                    <a:pt x="2699" y="3264"/>
                  </a:lnTo>
                  <a:lnTo>
                    <a:pt x="2637" y="0"/>
                  </a:lnTo>
                  <a:close/>
                </a:path>
              </a:pathLst>
            </a:custGeom>
            <a:solidFill>
              <a:srgbClr val="4343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" name="Google Shape;206;p27"/>
            <p:cNvSpPr/>
            <p:nvPr/>
          </p:nvSpPr>
          <p:spPr>
            <a:xfrm>
              <a:off x="2807226" y="2819982"/>
              <a:ext cx="109633" cy="196285"/>
            </a:xfrm>
            <a:custGeom>
              <a:rect b="b" l="l" r="r" t="t"/>
              <a:pathLst>
                <a:path extrusionOk="0" fill="none" h="4834" w="2700">
                  <a:moveTo>
                    <a:pt x="0" y="4834"/>
                  </a:moveTo>
                  <a:lnTo>
                    <a:pt x="2699" y="3264"/>
                  </a:lnTo>
                  <a:lnTo>
                    <a:pt x="2637" y="0"/>
                  </a:lnTo>
                  <a:lnTo>
                    <a:pt x="0" y="1632"/>
                  </a:lnTo>
                  <a:lnTo>
                    <a:pt x="0" y="4834"/>
                  </a:lnTo>
                  <a:close/>
                </a:path>
              </a:pathLst>
            </a:custGeom>
            <a:noFill/>
            <a:ln cap="rnd" cmpd="sng" w="7850">
              <a:solidFill>
                <a:srgbClr val="14002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" name="Google Shape;207;p27"/>
            <p:cNvSpPr/>
            <p:nvPr/>
          </p:nvSpPr>
          <p:spPr>
            <a:xfrm>
              <a:off x="2980528" y="1469031"/>
              <a:ext cx="627104" cy="670429"/>
            </a:xfrm>
            <a:custGeom>
              <a:rect b="b" l="l" r="r" t="t"/>
              <a:pathLst>
                <a:path extrusionOk="0" h="16511" w="15444">
                  <a:moveTo>
                    <a:pt x="15443" y="1"/>
                  </a:moveTo>
                  <a:lnTo>
                    <a:pt x="1" y="9291"/>
                  </a:lnTo>
                  <a:lnTo>
                    <a:pt x="1" y="16510"/>
                  </a:lnTo>
                  <a:lnTo>
                    <a:pt x="15381" y="7345"/>
                  </a:lnTo>
                  <a:lnTo>
                    <a:pt x="15443" y="1"/>
                  </a:ln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" name="Google Shape;208;p27"/>
            <p:cNvSpPr/>
            <p:nvPr/>
          </p:nvSpPr>
          <p:spPr>
            <a:xfrm>
              <a:off x="2980528" y="1469031"/>
              <a:ext cx="627104" cy="670429"/>
            </a:xfrm>
            <a:custGeom>
              <a:rect b="b" l="l" r="r" t="t"/>
              <a:pathLst>
                <a:path extrusionOk="0" fill="none" h="16511" w="15444">
                  <a:moveTo>
                    <a:pt x="1" y="9291"/>
                  </a:moveTo>
                  <a:lnTo>
                    <a:pt x="1" y="16510"/>
                  </a:lnTo>
                  <a:lnTo>
                    <a:pt x="15381" y="7345"/>
                  </a:lnTo>
                  <a:lnTo>
                    <a:pt x="15443" y="1"/>
                  </a:lnTo>
                  <a:lnTo>
                    <a:pt x="1" y="9291"/>
                  </a:lnTo>
                  <a:close/>
                </a:path>
              </a:pathLst>
            </a:custGeom>
            <a:noFill/>
            <a:ln cap="rnd" cmpd="sng" w="7850">
              <a:solidFill>
                <a:srgbClr val="14002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" name="Google Shape;209;p27"/>
            <p:cNvSpPr/>
            <p:nvPr/>
          </p:nvSpPr>
          <p:spPr>
            <a:xfrm>
              <a:off x="2870935" y="1407840"/>
              <a:ext cx="736697" cy="438493"/>
            </a:xfrm>
            <a:custGeom>
              <a:rect b="b" l="l" r="r" t="t"/>
              <a:pathLst>
                <a:path extrusionOk="0" h="10799" w="18143">
                  <a:moveTo>
                    <a:pt x="15443" y="1"/>
                  </a:moveTo>
                  <a:lnTo>
                    <a:pt x="0" y="9166"/>
                  </a:lnTo>
                  <a:lnTo>
                    <a:pt x="2700" y="10798"/>
                  </a:lnTo>
                  <a:lnTo>
                    <a:pt x="18142" y="1508"/>
                  </a:lnTo>
                  <a:lnTo>
                    <a:pt x="1544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" name="Google Shape;210;p27"/>
            <p:cNvSpPr/>
            <p:nvPr/>
          </p:nvSpPr>
          <p:spPr>
            <a:xfrm>
              <a:off x="2870935" y="1407840"/>
              <a:ext cx="736697" cy="438493"/>
            </a:xfrm>
            <a:custGeom>
              <a:rect b="b" l="l" r="r" t="t"/>
              <a:pathLst>
                <a:path extrusionOk="0" fill="none" h="10799" w="18143">
                  <a:moveTo>
                    <a:pt x="2700" y="10798"/>
                  </a:moveTo>
                  <a:lnTo>
                    <a:pt x="0" y="9166"/>
                  </a:lnTo>
                  <a:lnTo>
                    <a:pt x="15443" y="1"/>
                  </a:lnTo>
                  <a:lnTo>
                    <a:pt x="18142" y="1508"/>
                  </a:lnTo>
                  <a:lnTo>
                    <a:pt x="2700" y="10798"/>
                  </a:lnTo>
                  <a:close/>
                </a:path>
              </a:pathLst>
            </a:custGeom>
            <a:noFill/>
            <a:ln cap="rnd" cmpd="sng" w="7850">
              <a:solidFill>
                <a:srgbClr val="14002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" name="Google Shape;211;p27"/>
            <p:cNvSpPr/>
            <p:nvPr/>
          </p:nvSpPr>
          <p:spPr>
            <a:xfrm>
              <a:off x="2870935" y="1780020"/>
              <a:ext cx="109633" cy="359435"/>
            </a:xfrm>
            <a:custGeom>
              <a:rect b="b" l="l" r="r" t="t"/>
              <a:pathLst>
                <a:path extrusionOk="0" h="8852" w="2700">
                  <a:moveTo>
                    <a:pt x="0" y="0"/>
                  </a:moveTo>
                  <a:lnTo>
                    <a:pt x="0" y="7282"/>
                  </a:lnTo>
                  <a:lnTo>
                    <a:pt x="2700" y="8851"/>
                  </a:lnTo>
                  <a:lnTo>
                    <a:pt x="2700" y="16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7B7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" name="Google Shape;212;p27"/>
            <p:cNvSpPr/>
            <p:nvPr/>
          </p:nvSpPr>
          <p:spPr>
            <a:xfrm>
              <a:off x="2870935" y="1780020"/>
              <a:ext cx="109633" cy="359435"/>
            </a:xfrm>
            <a:custGeom>
              <a:rect b="b" l="l" r="r" t="t"/>
              <a:pathLst>
                <a:path extrusionOk="0" fill="none" h="8852" w="2700">
                  <a:moveTo>
                    <a:pt x="2700" y="8851"/>
                  </a:moveTo>
                  <a:lnTo>
                    <a:pt x="0" y="7282"/>
                  </a:lnTo>
                  <a:lnTo>
                    <a:pt x="0" y="0"/>
                  </a:lnTo>
                  <a:lnTo>
                    <a:pt x="2700" y="1632"/>
                  </a:lnTo>
                  <a:lnTo>
                    <a:pt x="2700" y="8851"/>
                  </a:lnTo>
                  <a:close/>
                </a:path>
              </a:pathLst>
            </a:custGeom>
            <a:noFill/>
            <a:ln cap="rnd" cmpd="sng" w="7850">
              <a:solidFill>
                <a:srgbClr val="14002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" name="Google Shape;213;p27"/>
            <p:cNvSpPr/>
            <p:nvPr/>
          </p:nvSpPr>
          <p:spPr>
            <a:xfrm>
              <a:off x="2037440" y="4295792"/>
              <a:ext cx="249843" cy="420627"/>
            </a:xfrm>
            <a:custGeom>
              <a:rect b="b" l="l" r="r" t="t"/>
              <a:pathLst>
                <a:path extrusionOk="0" h="10359" w="6153">
                  <a:moveTo>
                    <a:pt x="0" y="0"/>
                  </a:moveTo>
                  <a:lnTo>
                    <a:pt x="0" y="8475"/>
                  </a:lnTo>
                  <a:lnTo>
                    <a:pt x="63" y="8852"/>
                  </a:lnTo>
                  <a:lnTo>
                    <a:pt x="251" y="9228"/>
                  </a:lnTo>
                  <a:lnTo>
                    <a:pt x="502" y="9542"/>
                  </a:lnTo>
                  <a:lnTo>
                    <a:pt x="879" y="9793"/>
                  </a:lnTo>
                  <a:lnTo>
                    <a:pt x="1318" y="10044"/>
                  </a:lnTo>
                  <a:lnTo>
                    <a:pt x="1883" y="10170"/>
                  </a:lnTo>
                  <a:lnTo>
                    <a:pt x="2448" y="10295"/>
                  </a:lnTo>
                  <a:lnTo>
                    <a:pt x="3076" y="10358"/>
                  </a:lnTo>
                  <a:lnTo>
                    <a:pt x="3704" y="10295"/>
                  </a:lnTo>
                  <a:lnTo>
                    <a:pt x="4269" y="10170"/>
                  </a:lnTo>
                  <a:lnTo>
                    <a:pt x="4834" y="10044"/>
                  </a:lnTo>
                  <a:lnTo>
                    <a:pt x="5273" y="9793"/>
                  </a:lnTo>
                  <a:lnTo>
                    <a:pt x="5650" y="9542"/>
                  </a:lnTo>
                  <a:lnTo>
                    <a:pt x="5901" y="9228"/>
                  </a:lnTo>
                  <a:lnTo>
                    <a:pt x="6089" y="8852"/>
                  </a:lnTo>
                  <a:lnTo>
                    <a:pt x="6152" y="8475"/>
                  </a:lnTo>
                  <a:lnTo>
                    <a:pt x="6152" y="1884"/>
                  </a:lnTo>
                  <a:lnTo>
                    <a:pt x="6152" y="0"/>
                  </a:lnTo>
                  <a:close/>
                </a:path>
              </a:pathLst>
            </a:custGeom>
            <a:solidFill>
              <a:srgbClr val="99999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" name="Google Shape;214;p27"/>
            <p:cNvSpPr/>
            <p:nvPr/>
          </p:nvSpPr>
          <p:spPr>
            <a:xfrm>
              <a:off x="2037440" y="4295792"/>
              <a:ext cx="249843" cy="420627"/>
            </a:xfrm>
            <a:custGeom>
              <a:rect b="b" l="l" r="r" t="t"/>
              <a:pathLst>
                <a:path extrusionOk="0" fill="none" h="10359" w="6153">
                  <a:moveTo>
                    <a:pt x="0" y="0"/>
                  </a:moveTo>
                  <a:lnTo>
                    <a:pt x="0" y="8475"/>
                  </a:lnTo>
                  <a:lnTo>
                    <a:pt x="0" y="8475"/>
                  </a:lnTo>
                  <a:lnTo>
                    <a:pt x="63" y="8852"/>
                  </a:lnTo>
                  <a:lnTo>
                    <a:pt x="251" y="9228"/>
                  </a:lnTo>
                  <a:lnTo>
                    <a:pt x="502" y="9542"/>
                  </a:lnTo>
                  <a:lnTo>
                    <a:pt x="879" y="9793"/>
                  </a:lnTo>
                  <a:lnTo>
                    <a:pt x="1318" y="10044"/>
                  </a:lnTo>
                  <a:lnTo>
                    <a:pt x="1883" y="10170"/>
                  </a:lnTo>
                  <a:lnTo>
                    <a:pt x="2448" y="10295"/>
                  </a:lnTo>
                  <a:lnTo>
                    <a:pt x="3076" y="10358"/>
                  </a:lnTo>
                  <a:lnTo>
                    <a:pt x="3076" y="10358"/>
                  </a:lnTo>
                  <a:lnTo>
                    <a:pt x="3704" y="10295"/>
                  </a:lnTo>
                  <a:lnTo>
                    <a:pt x="4269" y="10170"/>
                  </a:lnTo>
                  <a:lnTo>
                    <a:pt x="4834" y="10044"/>
                  </a:lnTo>
                  <a:lnTo>
                    <a:pt x="5273" y="9793"/>
                  </a:lnTo>
                  <a:lnTo>
                    <a:pt x="5650" y="9542"/>
                  </a:lnTo>
                  <a:lnTo>
                    <a:pt x="5901" y="9228"/>
                  </a:lnTo>
                  <a:lnTo>
                    <a:pt x="6089" y="8852"/>
                  </a:lnTo>
                  <a:lnTo>
                    <a:pt x="6152" y="8475"/>
                  </a:lnTo>
                  <a:lnTo>
                    <a:pt x="6152" y="1884"/>
                  </a:lnTo>
                  <a:lnTo>
                    <a:pt x="6152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" name="Google Shape;215;p27"/>
            <p:cNvSpPr/>
            <p:nvPr/>
          </p:nvSpPr>
          <p:spPr>
            <a:xfrm>
              <a:off x="2037440" y="4295792"/>
              <a:ext cx="249843" cy="420627"/>
            </a:xfrm>
            <a:custGeom>
              <a:rect b="b" l="l" r="r" t="t"/>
              <a:pathLst>
                <a:path extrusionOk="0" fill="none" h="10359" w="6153">
                  <a:moveTo>
                    <a:pt x="0" y="0"/>
                  </a:moveTo>
                  <a:lnTo>
                    <a:pt x="0" y="8475"/>
                  </a:lnTo>
                  <a:lnTo>
                    <a:pt x="0" y="8475"/>
                  </a:lnTo>
                  <a:lnTo>
                    <a:pt x="63" y="8852"/>
                  </a:lnTo>
                  <a:lnTo>
                    <a:pt x="251" y="9228"/>
                  </a:lnTo>
                  <a:lnTo>
                    <a:pt x="502" y="9542"/>
                  </a:lnTo>
                  <a:lnTo>
                    <a:pt x="879" y="9793"/>
                  </a:lnTo>
                  <a:lnTo>
                    <a:pt x="1318" y="10044"/>
                  </a:lnTo>
                  <a:lnTo>
                    <a:pt x="1883" y="10170"/>
                  </a:lnTo>
                  <a:lnTo>
                    <a:pt x="2448" y="10295"/>
                  </a:lnTo>
                  <a:lnTo>
                    <a:pt x="3076" y="10358"/>
                  </a:lnTo>
                  <a:lnTo>
                    <a:pt x="3076" y="10358"/>
                  </a:lnTo>
                  <a:lnTo>
                    <a:pt x="3704" y="10295"/>
                  </a:lnTo>
                  <a:lnTo>
                    <a:pt x="4269" y="10170"/>
                  </a:lnTo>
                  <a:lnTo>
                    <a:pt x="4834" y="10044"/>
                  </a:lnTo>
                  <a:lnTo>
                    <a:pt x="5273" y="9793"/>
                  </a:lnTo>
                  <a:lnTo>
                    <a:pt x="5650" y="9542"/>
                  </a:lnTo>
                  <a:lnTo>
                    <a:pt x="5901" y="9228"/>
                  </a:lnTo>
                  <a:lnTo>
                    <a:pt x="6089" y="8852"/>
                  </a:lnTo>
                  <a:lnTo>
                    <a:pt x="6152" y="8475"/>
                  </a:lnTo>
                  <a:lnTo>
                    <a:pt x="6152" y="1884"/>
                  </a:lnTo>
                  <a:lnTo>
                    <a:pt x="6152" y="0"/>
                  </a:lnTo>
                </a:path>
              </a:pathLst>
            </a:custGeom>
            <a:noFill/>
            <a:ln cap="rnd" cmpd="sng" w="7850">
              <a:solidFill>
                <a:srgbClr val="14002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" name="Google Shape;216;p27"/>
            <p:cNvSpPr/>
            <p:nvPr/>
          </p:nvSpPr>
          <p:spPr>
            <a:xfrm>
              <a:off x="2037440" y="4214218"/>
              <a:ext cx="252360" cy="150442"/>
            </a:xfrm>
            <a:custGeom>
              <a:rect b="b" l="l" r="r" t="t"/>
              <a:pathLst>
                <a:path extrusionOk="0" fill="none" h="3705" w="6215">
                  <a:moveTo>
                    <a:pt x="0" y="1821"/>
                  </a:moveTo>
                  <a:lnTo>
                    <a:pt x="0" y="1821"/>
                  </a:lnTo>
                  <a:lnTo>
                    <a:pt x="63" y="2198"/>
                  </a:lnTo>
                  <a:lnTo>
                    <a:pt x="251" y="2574"/>
                  </a:lnTo>
                  <a:lnTo>
                    <a:pt x="502" y="2888"/>
                  </a:lnTo>
                  <a:lnTo>
                    <a:pt x="879" y="3139"/>
                  </a:lnTo>
                  <a:lnTo>
                    <a:pt x="1318" y="3390"/>
                  </a:lnTo>
                  <a:lnTo>
                    <a:pt x="1883" y="3516"/>
                  </a:lnTo>
                  <a:lnTo>
                    <a:pt x="2448" y="3642"/>
                  </a:lnTo>
                  <a:lnTo>
                    <a:pt x="3076" y="3704"/>
                  </a:lnTo>
                  <a:lnTo>
                    <a:pt x="3076" y="3704"/>
                  </a:lnTo>
                  <a:lnTo>
                    <a:pt x="3704" y="3642"/>
                  </a:lnTo>
                  <a:lnTo>
                    <a:pt x="4269" y="3516"/>
                  </a:lnTo>
                  <a:lnTo>
                    <a:pt x="4834" y="3390"/>
                  </a:lnTo>
                  <a:lnTo>
                    <a:pt x="5273" y="3139"/>
                  </a:lnTo>
                  <a:lnTo>
                    <a:pt x="5650" y="2888"/>
                  </a:lnTo>
                  <a:lnTo>
                    <a:pt x="5964" y="2574"/>
                  </a:lnTo>
                  <a:lnTo>
                    <a:pt x="6152" y="2198"/>
                  </a:lnTo>
                  <a:lnTo>
                    <a:pt x="6215" y="1821"/>
                  </a:lnTo>
                  <a:lnTo>
                    <a:pt x="6215" y="1821"/>
                  </a:lnTo>
                  <a:lnTo>
                    <a:pt x="6152" y="1507"/>
                  </a:lnTo>
                  <a:lnTo>
                    <a:pt x="5964" y="1131"/>
                  </a:lnTo>
                  <a:lnTo>
                    <a:pt x="5650" y="817"/>
                  </a:lnTo>
                  <a:lnTo>
                    <a:pt x="5273" y="566"/>
                  </a:lnTo>
                  <a:lnTo>
                    <a:pt x="4834" y="314"/>
                  </a:lnTo>
                  <a:lnTo>
                    <a:pt x="4269" y="189"/>
                  </a:lnTo>
                  <a:lnTo>
                    <a:pt x="3704" y="63"/>
                  </a:lnTo>
                  <a:lnTo>
                    <a:pt x="3076" y="1"/>
                  </a:lnTo>
                  <a:lnTo>
                    <a:pt x="3076" y="1"/>
                  </a:lnTo>
                  <a:lnTo>
                    <a:pt x="2448" y="63"/>
                  </a:lnTo>
                  <a:lnTo>
                    <a:pt x="1883" y="189"/>
                  </a:lnTo>
                  <a:lnTo>
                    <a:pt x="1318" y="314"/>
                  </a:lnTo>
                  <a:lnTo>
                    <a:pt x="879" y="566"/>
                  </a:lnTo>
                  <a:lnTo>
                    <a:pt x="502" y="817"/>
                  </a:lnTo>
                  <a:lnTo>
                    <a:pt x="251" y="1131"/>
                  </a:lnTo>
                  <a:lnTo>
                    <a:pt x="63" y="1507"/>
                  </a:lnTo>
                  <a:lnTo>
                    <a:pt x="0" y="1821"/>
                  </a:lnTo>
                  <a:lnTo>
                    <a:pt x="0" y="1821"/>
                  </a:lnTo>
                  <a:close/>
                </a:path>
              </a:pathLst>
            </a:custGeom>
            <a:noFill/>
            <a:ln cap="rnd" cmpd="sng" w="7850">
              <a:solidFill>
                <a:srgbClr val="14002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" name="Google Shape;217;p27"/>
            <p:cNvSpPr/>
            <p:nvPr/>
          </p:nvSpPr>
          <p:spPr>
            <a:xfrm>
              <a:off x="2037440" y="4214218"/>
              <a:ext cx="252360" cy="150442"/>
            </a:xfrm>
            <a:custGeom>
              <a:rect b="b" l="l" r="r" t="t"/>
              <a:pathLst>
                <a:path extrusionOk="0" h="3705" w="6215">
                  <a:moveTo>
                    <a:pt x="3076" y="1"/>
                  </a:moveTo>
                  <a:lnTo>
                    <a:pt x="2448" y="63"/>
                  </a:lnTo>
                  <a:lnTo>
                    <a:pt x="1883" y="189"/>
                  </a:lnTo>
                  <a:lnTo>
                    <a:pt x="1318" y="314"/>
                  </a:lnTo>
                  <a:lnTo>
                    <a:pt x="879" y="566"/>
                  </a:lnTo>
                  <a:lnTo>
                    <a:pt x="502" y="817"/>
                  </a:lnTo>
                  <a:lnTo>
                    <a:pt x="251" y="1131"/>
                  </a:lnTo>
                  <a:lnTo>
                    <a:pt x="63" y="1507"/>
                  </a:lnTo>
                  <a:lnTo>
                    <a:pt x="0" y="1821"/>
                  </a:lnTo>
                  <a:lnTo>
                    <a:pt x="63" y="2198"/>
                  </a:lnTo>
                  <a:lnTo>
                    <a:pt x="251" y="2574"/>
                  </a:lnTo>
                  <a:lnTo>
                    <a:pt x="502" y="2888"/>
                  </a:lnTo>
                  <a:lnTo>
                    <a:pt x="879" y="3139"/>
                  </a:lnTo>
                  <a:lnTo>
                    <a:pt x="1318" y="3390"/>
                  </a:lnTo>
                  <a:lnTo>
                    <a:pt x="1883" y="3516"/>
                  </a:lnTo>
                  <a:lnTo>
                    <a:pt x="2448" y="3642"/>
                  </a:lnTo>
                  <a:lnTo>
                    <a:pt x="3076" y="3704"/>
                  </a:lnTo>
                  <a:lnTo>
                    <a:pt x="3704" y="3642"/>
                  </a:lnTo>
                  <a:lnTo>
                    <a:pt x="4269" y="3516"/>
                  </a:lnTo>
                  <a:lnTo>
                    <a:pt x="4834" y="3390"/>
                  </a:lnTo>
                  <a:lnTo>
                    <a:pt x="5273" y="3139"/>
                  </a:lnTo>
                  <a:lnTo>
                    <a:pt x="5650" y="2888"/>
                  </a:lnTo>
                  <a:lnTo>
                    <a:pt x="5964" y="2574"/>
                  </a:lnTo>
                  <a:lnTo>
                    <a:pt x="6152" y="2198"/>
                  </a:lnTo>
                  <a:lnTo>
                    <a:pt x="6215" y="1821"/>
                  </a:lnTo>
                  <a:lnTo>
                    <a:pt x="6152" y="1507"/>
                  </a:lnTo>
                  <a:lnTo>
                    <a:pt x="5964" y="1131"/>
                  </a:lnTo>
                  <a:lnTo>
                    <a:pt x="5650" y="817"/>
                  </a:lnTo>
                  <a:lnTo>
                    <a:pt x="5273" y="566"/>
                  </a:lnTo>
                  <a:lnTo>
                    <a:pt x="4834" y="314"/>
                  </a:lnTo>
                  <a:lnTo>
                    <a:pt x="4269" y="189"/>
                  </a:lnTo>
                  <a:lnTo>
                    <a:pt x="3704" y="63"/>
                  </a:lnTo>
                  <a:lnTo>
                    <a:pt x="3076" y="1"/>
                  </a:lnTo>
                  <a:close/>
                </a:path>
              </a:pathLst>
            </a:custGeom>
            <a:solidFill>
              <a:srgbClr val="14002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" name="Google Shape;218;p27"/>
            <p:cNvSpPr/>
            <p:nvPr/>
          </p:nvSpPr>
          <p:spPr>
            <a:xfrm>
              <a:off x="1382362" y="3921094"/>
              <a:ext cx="249802" cy="420627"/>
            </a:xfrm>
            <a:custGeom>
              <a:rect b="b" l="l" r="r" t="t"/>
              <a:pathLst>
                <a:path extrusionOk="0" h="10359" w="6152">
                  <a:moveTo>
                    <a:pt x="6152" y="1"/>
                  </a:moveTo>
                  <a:lnTo>
                    <a:pt x="0" y="63"/>
                  </a:lnTo>
                  <a:lnTo>
                    <a:pt x="0" y="8538"/>
                  </a:lnTo>
                  <a:lnTo>
                    <a:pt x="63" y="8915"/>
                  </a:lnTo>
                  <a:lnTo>
                    <a:pt x="251" y="9228"/>
                  </a:lnTo>
                  <a:lnTo>
                    <a:pt x="502" y="9542"/>
                  </a:lnTo>
                  <a:lnTo>
                    <a:pt x="879" y="9856"/>
                  </a:lnTo>
                  <a:lnTo>
                    <a:pt x="1381" y="10044"/>
                  </a:lnTo>
                  <a:lnTo>
                    <a:pt x="1883" y="10233"/>
                  </a:lnTo>
                  <a:lnTo>
                    <a:pt x="2448" y="10358"/>
                  </a:lnTo>
                  <a:lnTo>
                    <a:pt x="3704" y="10358"/>
                  </a:lnTo>
                  <a:lnTo>
                    <a:pt x="4269" y="10233"/>
                  </a:lnTo>
                  <a:lnTo>
                    <a:pt x="4834" y="10044"/>
                  </a:lnTo>
                  <a:lnTo>
                    <a:pt x="5273" y="9856"/>
                  </a:lnTo>
                  <a:lnTo>
                    <a:pt x="5650" y="9542"/>
                  </a:lnTo>
                  <a:lnTo>
                    <a:pt x="5901" y="9228"/>
                  </a:lnTo>
                  <a:lnTo>
                    <a:pt x="6089" y="8915"/>
                  </a:lnTo>
                  <a:lnTo>
                    <a:pt x="6152" y="8538"/>
                  </a:lnTo>
                  <a:lnTo>
                    <a:pt x="6152" y="1947"/>
                  </a:lnTo>
                  <a:lnTo>
                    <a:pt x="6152" y="1"/>
                  </a:lnTo>
                  <a:close/>
                </a:path>
              </a:pathLst>
            </a:custGeom>
            <a:solidFill>
              <a:srgbClr val="99999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" name="Google Shape;219;p27"/>
            <p:cNvSpPr/>
            <p:nvPr/>
          </p:nvSpPr>
          <p:spPr>
            <a:xfrm>
              <a:off x="1382362" y="3921094"/>
              <a:ext cx="249802" cy="420627"/>
            </a:xfrm>
            <a:custGeom>
              <a:rect b="b" l="l" r="r" t="t"/>
              <a:pathLst>
                <a:path extrusionOk="0" fill="none" h="10359" w="6152">
                  <a:moveTo>
                    <a:pt x="0" y="63"/>
                  </a:moveTo>
                  <a:lnTo>
                    <a:pt x="0" y="8538"/>
                  </a:lnTo>
                  <a:lnTo>
                    <a:pt x="0" y="8538"/>
                  </a:lnTo>
                  <a:lnTo>
                    <a:pt x="63" y="8915"/>
                  </a:lnTo>
                  <a:lnTo>
                    <a:pt x="251" y="9228"/>
                  </a:lnTo>
                  <a:lnTo>
                    <a:pt x="502" y="9542"/>
                  </a:lnTo>
                  <a:lnTo>
                    <a:pt x="879" y="9856"/>
                  </a:lnTo>
                  <a:lnTo>
                    <a:pt x="1381" y="10044"/>
                  </a:lnTo>
                  <a:lnTo>
                    <a:pt x="1883" y="10233"/>
                  </a:lnTo>
                  <a:lnTo>
                    <a:pt x="2448" y="10358"/>
                  </a:lnTo>
                  <a:lnTo>
                    <a:pt x="3076" y="10358"/>
                  </a:lnTo>
                  <a:lnTo>
                    <a:pt x="3076" y="10358"/>
                  </a:lnTo>
                  <a:lnTo>
                    <a:pt x="3704" y="10358"/>
                  </a:lnTo>
                  <a:lnTo>
                    <a:pt x="4269" y="10233"/>
                  </a:lnTo>
                  <a:lnTo>
                    <a:pt x="4834" y="10044"/>
                  </a:lnTo>
                  <a:lnTo>
                    <a:pt x="5273" y="9856"/>
                  </a:lnTo>
                  <a:lnTo>
                    <a:pt x="5650" y="9542"/>
                  </a:lnTo>
                  <a:lnTo>
                    <a:pt x="5901" y="9228"/>
                  </a:lnTo>
                  <a:lnTo>
                    <a:pt x="6089" y="8915"/>
                  </a:lnTo>
                  <a:lnTo>
                    <a:pt x="6152" y="8538"/>
                  </a:lnTo>
                  <a:lnTo>
                    <a:pt x="6152" y="1947"/>
                  </a:lnTo>
                  <a:lnTo>
                    <a:pt x="6152" y="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" name="Google Shape;220;p27"/>
            <p:cNvSpPr/>
            <p:nvPr/>
          </p:nvSpPr>
          <p:spPr>
            <a:xfrm>
              <a:off x="1382362" y="3921094"/>
              <a:ext cx="249802" cy="420627"/>
            </a:xfrm>
            <a:custGeom>
              <a:rect b="b" l="l" r="r" t="t"/>
              <a:pathLst>
                <a:path extrusionOk="0" fill="none" h="10359" w="6152">
                  <a:moveTo>
                    <a:pt x="0" y="63"/>
                  </a:moveTo>
                  <a:lnTo>
                    <a:pt x="0" y="8538"/>
                  </a:lnTo>
                  <a:lnTo>
                    <a:pt x="0" y="8538"/>
                  </a:lnTo>
                  <a:lnTo>
                    <a:pt x="63" y="8915"/>
                  </a:lnTo>
                  <a:lnTo>
                    <a:pt x="251" y="9228"/>
                  </a:lnTo>
                  <a:lnTo>
                    <a:pt x="502" y="9542"/>
                  </a:lnTo>
                  <a:lnTo>
                    <a:pt x="879" y="9856"/>
                  </a:lnTo>
                  <a:lnTo>
                    <a:pt x="1381" y="10044"/>
                  </a:lnTo>
                  <a:lnTo>
                    <a:pt x="1883" y="10233"/>
                  </a:lnTo>
                  <a:lnTo>
                    <a:pt x="2448" y="10358"/>
                  </a:lnTo>
                  <a:lnTo>
                    <a:pt x="3076" y="10358"/>
                  </a:lnTo>
                  <a:lnTo>
                    <a:pt x="3076" y="10358"/>
                  </a:lnTo>
                  <a:lnTo>
                    <a:pt x="3704" y="10358"/>
                  </a:lnTo>
                  <a:lnTo>
                    <a:pt x="4269" y="10233"/>
                  </a:lnTo>
                  <a:lnTo>
                    <a:pt x="4834" y="10044"/>
                  </a:lnTo>
                  <a:lnTo>
                    <a:pt x="5273" y="9856"/>
                  </a:lnTo>
                  <a:lnTo>
                    <a:pt x="5650" y="9542"/>
                  </a:lnTo>
                  <a:lnTo>
                    <a:pt x="5901" y="9228"/>
                  </a:lnTo>
                  <a:lnTo>
                    <a:pt x="6089" y="8915"/>
                  </a:lnTo>
                  <a:lnTo>
                    <a:pt x="6152" y="8538"/>
                  </a:lnTo>
                  <a:lnTo>
                    <a:pt x="6152" y="1947"/>
                  </a:lnTo>
                  <a:lnTo>
                    <a:pt x="6152" y="1"/>
                  </a:lnTo>
                </a:path>
              </a:pathLst>
            </a:custGeom>
            <a:noFill/>
            <a:ln cap="rnd" cmpd="sng" w="7850">
              <a:solidFill>
                <a:srgbClr val="14002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" name="Google Shape;221;p27"/>
            <p:cNvSpPr/>
            <p:nvPr/>
          </p:nvSpPr>
          <p:spPr>
            <a:xfrm>
              <a:off x="1382362" y="3842078"/>
              <a:ext cx="252360" cy="147883"/>
            </a:xfrm>
            <a:custGeom>
              <a:rect b="b" l="l" r="r" t="t"/>
              <a:pathLst>
                <a:path extrusionOk="0" fill="none" h="3642" w="6215">
                  <a:moveTo>
                    <a:pt x="0" y="1821"/>
                  </a:moveTo>
                  <a:lnTo>
                    <a:pt x="0" y="1821"/>
                  </a:lnTo>
                  <a:lnTo>
                    <a:pt x="63" y="2198"/>
                  </a:lnTo>
                  <a:lnTo>
                    <a:pt x="251" y="2512"/>
                  </a:lnTo>
                  <a:lnTo>
                    <a:pt x="502" y="2825"/>
                  </a:lnTo>
                  <a:lnTo>
                    <a:pt x="879" y="3139"/>
                  </a:lnTo>
                  <a:lnTo>
                    <a:pt x="1381" y="3328"/>
                  </a:lnTo>
                  <a:lnTo>
                    <a:pt x="1883" y="3516"/>
                  </a:lnTo>
                  <a:lnTo>
                    <a:pt x="2448" y="3641"/>
                  </a:lnTo>
                  <a:lnTo>
                    <a:pt x="3076" y="3641"/>
                  </a:lnTo>
                  <a:lnTo>
                    <a:pt x="3076" y="3641"/>
                  </a:lnTo>
                  <a:lnTo>
                    <a:pt x="3704" y="3641"/>
                  </a:lnTo>
                  <a:lnTo>
                    <a:pt x="4269" y="3516"/>
                  </a:lnTo>
                  <a:lnTo>
                    <a:pt x="4834" y="3328"/>
                  </a:lnTo>
                  <a:lnTo>
                    <a:pt x="5273" y="3139"/>
                  </a:lnTo>
                  <a:lnTo>
                    <a:pt x="5650" y="2825"/>
                  </a:lnTo>
                  <a:lnTo>
                    <a:pt x="5964" y="2512"/>
                  </a:lnTo>
                  <a:lnTo>
                    <a:pt x="6152" y="2198"/>
                  </a:lnTo>
                  <a:lnTo>
                    <a:pt x="6215" y="1821"/>
                  </a:lnTo>
                  <a:lnTo>
                    <a:pt x="6215" y="1821"/>
                  </a:lnTo>
                  <a:lnTo>
                    <a:pt x="6152" y="1444"/>
                  </a:lnTo>
                  <a:lnTo>
                    <a:pt x="5964" y="1130"/>
                  </a:lnTo>
                  <a:lnTo>
                    <a:pt x="5650" y="817"/>
                  </a:lnTo>
                  <a:lnTo>
                    <a:pt x="5273" y="566"/>
                  </a:lnTo>
                  <a:lnTo>
                    <a:pt x="4834" y="314"/>
                  </a:lnTo>
                  <a:lnTo>
                    <a:pt x="4269" y="126"/>
                  </a:lnTo>
                  <a:lnTo>
                    <a:pt x="3704" y="63"/>
                  </a:lnTo>
                  <a:lnTo>
                    <a:pt x="3076" y="1"/>
                  </a:lnTo>
                  <a:lnTo>
                    <a:pt x="3076" y="1"/>
                  </a:lnTo>
                  <a:lnTo>
                    <a:pt x="2448" y="63"/>
                  </a:lnTo>
                  <a:lnTo>
                    <a:pt x="1883" y="126"/>
                  </a:lnTo>
                  <a:lnTo>
                    <a:pt x="1381" y="314"/>
                  </a:lnTo>
                  <a:lnTo>
                    <a:pt x="879" y="566"/>
                  </a:lnTo>
                  <a:lnTo>
                    <a:pt x="502" y="817"/>
                  </a:lnTo>
                  <a:lnTo>
                    <a:pt x="251" y="1130"/>
                  </a:lnTo>
                  <a:lnTo>
                    <a:pt x="63" y="1444"/>
                  </a:lnTo>
                  <a:lnTo>
                    <a:pt x="0" y="1821"/>
                  </a:lnTo>
                  <a:lnTo>
                    <a:pt x="0" y="1821"/>
                  </a:lnTo>
                  <a:close/>
                </a:path>
              </a:pathLst>
            </a:custGeom>
            <a:noFill/>
            <a:ln cap="rnd" cmpd="sng" w="7850">
              <a:solidFill>
                <a:srgbClr val="14002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" name="Google Shape;222;p27"/>
            <p:cNvSpPr/>
            <p:nvPr/>
          </p:nvSpPr>
          <p:spPr>
            <a:xfrm>
              <a:off x="1382362" y="3842078"/>
              <a:ext cx="252360" cy="147883"/>
            </a:xfrm>
            <a:custGeom>
              <a:rect b="b" l="l" r="r" t="t"/>
              <a:pathLst>
                <a:path extrusionOk="0" h="3642" w="6215">
                  <a:moveTo>
                    <a:pt x="3076" y="1"/>
                  </a:moveTo>
                  <a:lnTo>
                    <a:pt x="2448" y="63"/>
                  </a:lnTo>
                  <a:lnTo>
                    <a:pt x="1883" y="126"/>
                  </a:lnTo>
                  <a:lnTo>
                    <a:pt x="1381" y="314"/>
                  </a:lnTo>
                  <a:lnTo>
                    <a:pt x="879" y="566"/>
                  </a:lnTo>
                  <a:lnTo>
                    <a:pt x="502" y="817"/>
                  </a:lnTo>
                  <a:lnTo>
                    <a:pt x="251" y="1130"/>
                  </a:lnTo>
                  <a:lnTo>
                    <a:pt x="63" y="1444"/>
                  </a:lnTo>
                  <a:lnTo>
                    <a:pt x="0" y="1821"/>
                  </a:lnTo>
                  <a:lnTo>
                    <a:pt x="63" y="2198"/>
                  </a:lnTo>
                  <a:lnTo>
                    <a:pt x="251" y="2512"/>
                  </a:lnTo>
                  <a:lnTo>
                    <a:pt x="502" y="2825"/>
                  </a:lnTo>
                  <a:lnTo>
                    <a:pt x="879" y="3139"/>
                  </a:lnTo>
                  <a:lnTo>
                    <a:pt x="1381" y="3328"/>
                  </a:lnTo>
                  <a:lnTo>
                    <a:pt x="1883" y="3516"/>
                  </a:lnTo>
                  <a:lnTo>
                    <a:pt x="2448" y="3641"/>
                  </a:lnTo>
                  <a:lnTo>
                    <a:pt x="3704" y="3641"/>
                  </a:lnTo>
                  <a:lnTo>
                    <a:pt x="4269" y="3516"/>
                  </a:lnTo>
                  <a:lnTo>
                    <a:pt x="4834" y="3328"/>
                  </a:lnTo>
                  <a:lnTo>
                    <a:pt x="5273" y="3139"/>
                  </a:lnTo>
                  <a:lnTo>
                    <a:pt x="5650" y="2825"/>
                  </a:lnTo>
                  <a:lnTo>
                    <a:pt x="5964" y="2512"/>
                  </a:lnTo>
                  <a:lnTo>
                    <a:pt x="6152" y="2198"/>
                  </a:lnTo>
                  <a:lnTo>
                    <a:pt x="6215" y="1821"/>
                  </a:lnTo>
                  <a:lnTo>
                    <a:pt x="6152" y="1444"/>
                  </a:lnTo>
                  <a:lnTo>
                    <a:pt x="5964" y="1130"/>
                  </a:lnTo>
                  <a:lnTo>
                    <a:pt x="5650" y="817"/>
                  </a:lnTo>
                  <a:lnTo>
                    <a:pt x="5273" y="566"/>
                  </a:lnTo>
                  <a:lnTo>
                    <a:pt x="4834" y="314"/>
                  </a:lnTo>
                  <a:lnTo>
                    <a:pt x="4269" y="126"/>
                  </a:lnTo>
                  <a:lnTo>
                    <a:pt x="3704" y="63"/>
                  </a:lnTo>
                  <a:lnTo>
                    <a:pt x="3076" y="1"/>
                  </a:lnTo>
                  <a:close/>
                </a:path>
              </a:pathLst>
            </a:custGeom>
            <a:solidFill>
              <a:srgbClr val="14002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" name="Google Shape;223;p27"/>
            <p:cNvSpPr/>
            <p:nvPr/>
          </p:nvSpPr>
          <p:spPr>
            <a:xfrm>
              <a:off x="1349187" y="3416421"/>
              <a:ext cx="616912" cy="1121551"/>
            </a:xfrm>
            <a:custGeom>
              <a:rect b="b" l="l" r="r" t="t"/>
              <a:pathLst>
                <a:path extrusionOk="0" h="27621" w="15193">
                  <a:moveTo>
                    <a:pt x="1" y="0"/>
                  </a:moveTo>
                  <a:lnTo>
                    <a:pt x="1" y="18770"/>
                  </a:lnTo>
                  <a:lnTo>
                    <a:pt x="15130" y="27621"/>
                  </a:lnTo>
                  <a:lnTo>
                    <a:pt x="15192" y="89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B7B7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" name="Google Shape;224;p27"/>
            <p:cNvSpPr/>
            <p:nvPr/>
          </p:nvSpPr>
          <p:spPr>
            <a:xfrm>
              <a:off x="1349187" y="3416421"/>
              <a:ext cx="616912" cy="1121551"/>
            </a:xfrm>
            <a:custGeom>
              <a:rect b="b" l="l" r="r" t="t"/>
              <a:pathLst>
                <a:path extrusionOk="0" fill="none" h="27621" w="15193">
                  <a:moveTo>
                    <a:pt x="1" y="0"/>
                  </a:moveTo>
                  <a:lnTo>
                    <a:pt x="1" y="18770"/>
                  </a:lnTo>
                  <a:lnTo>
                    <a:pt x="15130" y="27621"/>
                  </a:lnTo>
                  <a:lnTo>
                    <a:pt x="15192" y="8914"/>
                  </a:lnTo>
                  <a:lnTo>
                    <a:pt x="1" y="0"/>
                  </a:lnTo>
                  <a:close/>
                </a:path>
              </a:pathLst>
            </a:custGeom>
            <a:noFill/>
            <a:ln cap="rnd" cmpd="sng" w="7850">
              <a:solidFill>
                <a:srgbClr val="14002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" name="Google Shape;225;p27"/>
            <p:cNvSpPr/>
            <p:nvPr/>
          </p:nvSpPr>
          <p:spPr>
            <a:xfrm>
              <a:off x="1963498" y="3194640"/>
              <a:ext cx="994132" cy="1343335"/>
            </a:xfrm>
            <a:custGeom>
              <a:rect b="b" l="l" r="r" t="t"/>
              <a:pathLst>
                <a:path extrusionOk="0" h="33083" w="24483">
                  <a:moveTo>
                    <a:pt x="24483" y="1"/>
                  </a:moveTo>
                  <a:lnTo>
                    <a:pt x="126" y="14376"/>
                  </a:lnTo>
                  <a:lnTo>
                    <a:pt x="1" y="33083"/>
                  </a:lnTo>
                  <a:lnTo>
                    <a:pt x="24483" y="18896"/>
                  </a:lnTo>
                  <a:lnTo>
                    <a:pt x="24483" y="1"/>
                  </a:ln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" name="Google Shape;226;p27"/>
            <p:cNvSpPr/>
            <p:nvPr/>
          </p:nvSpPr>
          <p:spPr>
            <a:xfrm>
              <a:off x="1963498" y="3194640"/>
              <a:ext cx="994132" cy="1343335"/>
            </a:xfrm>
            <a:custGeom>
              <a:rect b="b" l="l" r="r" t="t"/>
              <a:pathLst>
                <a:path extrusionOk="0" fill="none" h="33083" w="24483">
                  <a:moveTo>
                    <a:pt x="126" y="14376"/>
                  </a:moveTo>
                  <a:lnTo>
                    <a:pt x="24483" y="1"/>
                  </a:lnTo>
                  <a:lnTo>
                    <a:pt x="24483" y="18896"/>
                  </a:lnTo>
                  <a:lnTo>
                    <a:pt x="1" y="33083"/>
                  </a:lnTo>
                  <a:lnTo>
                    <a:pt x="126" y="14376"/>
                  </a:lnTo>
                  <a:close/>
                </a:path>
              </a:pathLst>
            </a:custGeom>
            <a:solidFill>
              <a:schemeClr val="accent6"/>
            </a:solidFill>
            <a:ln cap="rnd" cmpd="sng" w="7850">
              <a:solidFill>
                <a:srgbClr val="14002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" name="Google Shape;227;p27"/>
            <p:cNvSpPr/>
            <p:nvPr/>
          </p:nvSpPr>
          <p:spPr>
            <a:xfrm>
              <a:off x="1351746" y="2832691"/>
              <a:ext cx="1605887" cy="945731"/>
            </a:xfrm>
            <a:custGeom>
              <a:rect b="b" l="l" r="r" t="t"/>
              <a:pathLst>
                <a:path extrusionOk="0" h="23291" w="39549">
                  <a:moveTo>
                    <a:pt x="24232" y="1"/>
                  </a:moveTo>
                  <a:lnTo>
                    <a:pt x="1" y="14376"/>
                  </a:lnTo>
                  <a:lnTo>
                    <a:pt x="15192" y="23290"/>
                  </a:lnTo>
                  <a:lnTo>
                    <a:pt x="39549" y="8915"/>
                  </a:lnTo>
                  <a:lnTo>
                    <a:pt x="2423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" name="Google Shape;228;p27"/>
            <p:cNvSpPr/>
            <p:nvPr/>
          </p:nvSpPr>
          <p:spPr>
            <a:xfrm>
              <a:off x="1351746" y="2832691"/>
              <a:ext cx="1605887" cy="945731"/>
            </a:xfrm>
            <a:custGeom>
              <a:rect b="b" l="l" r="r" t="t"/>
              <a:pathLst>
                <a:path extrusionOk="0" fill="none" h="23291" w="39549">
                  <a:moveTo>
                    <a:pt x="39549" y="8915"/>
                  </a:moveTo>
                  <a:lnTo>
                    <a:pt x="24232" y="1"/>
                  </a:lnTo>
                  <a:lnTo>
                    <a:pt x="1" y="14376"/>
                  </a:lnTo>
                  <a:lnTo>
                    <a:pt x="15192" y="23290"/>
                  </a:lnTo>
                  <a:lnTo>
                    <a:pt x="39549" y="8915"/>
                  </a:lnTo>
                  <a:close/>
                </a:path>
              </a:pathLst>
            </a:custGeom>
            <a:noFill/>
            <a:ln cap="rnd" cmpd="sng" w="7850">
              <a:solidFill>
                <a:srgbClr val="14002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" name="Google Shape;229;p27"/>
            <p:cNvSpPr/>
            <p:nvPr/>
          </p:nvSpPr>
          <p:spPr>
            <a:xfrm>
              <a:off x="2062899" y="3373096"/>
              <a:ext cx="823388" cy="703522"/>
            </a:xfrm>
            <a:custGeom>
              <a:rect b="b" l="l" r="r" t="t"/>
              <a:pathLst>
                <a:path extrusionOk="0" h="17326" w="20278">
                  <a:moveTo>
                    <a:pt x="20277" y="0"/>
                  </a:moveTo>
                  <a:lnTo>
                    <a:pt x="1" y="11802"/>
                  </a:lnTo>
                  <a:lnTo>
                    <a:pt x="1" y="17326"/>
                  </a:lnTo>
                  <a:lnTo>
                    <a:pt x="20277" y="5524"/>
                  </a:lnTo>
                  <a:lnTo>
                    <a:pt x="2027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" name="Google Shape;230;p27"/>
            <p:cNvSpPr/>
            <p:nvPr/>
          </p:nvSpPr>
          <p:spPr>
            <a:xfrm>
              <a:off x="2062899" y="3653470"/>
              <a:ext cx="823388" cy="703522"/>
            </a:xfrm>
            <a:custGeom>
              <a:rect b="b" l="l" r="r" t="t"/>
              <a:pathLst>
                <a:path extrusionOk="0" h="17326" w="20278">
                  <a:moveTo>
                    <a:pt x="20277" y="0"/>
                  </a:moveTo>
                  <a:lnTo>
                    <a:pt x="1" y="11802"/>
                  </a:lnTo>
                  <a:lnTo>
                    <a:pt x="1" y="17326"/>
                  </a:lnTo>
                  <a:lnTo>
                    <a:pt x="20277" y="5524"/>
                  </a:lnTo>
                  <a:lnTo>
                    <a:pt x="2027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31" name="Google Shape;231;p27"/>
          <p:cNvSpPr/>
          <p:nvPr/>
        </p:nvSpPr>
        <p:spPr>
          <a:xfrm>
            <a:off x="3302700" y="3475288"/>
            <a:ext cx="608400" cy="6084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32" name="Google Shape;232;p27"/>
          <p:cNvCxnSpPr>
            <a:stCxn id="231" idx="5"/>
          </p:cNvCxnSpPr>
          <p:nvPr/>
        </p:nvCxnSpPr>
        <p:spPr>
          <a:xfrm>
            <a:off x="3822002" y="3994589"/>
            <a:ext cx="1249800" cy="72150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233" name="Google Shape;233;p27"/>
          <p:cNvSpPr/>
          <p:nvPr/>
        </p:nvSpPr>
        <p:spPr>
          <a:xfrm>
            <a:off x="7329250" y="411463"/>
            <a:ext cx="608400" cy="6084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34" name="Google Shape;234;p27"/>
          <p:cNvCxnSpPr>
            <a:stCxn id="233" idx="2"/>
          </p:cNvCxnSpPr>
          <p:nvPr/>
        </p:nvCxnSpPr>
        <p:spPr>
          <a:xfrm rot="10800000">
            <a:off x="6166450" y="715663"/>
            <a:ext cx="1162800" cy="0"/>
          </a:xfrm>
          <a:prstGeom prst="straightConnector1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med" w="med" type="none"/>
            <a:tailEnd len="med" w="med" type="oval"/>
          </a:ln>
        </p:spPr>
      </p:cxnSp>
      <p:grpSp>
        <p:nvGrpSpPr>
          <p:cNvPr id="235" name="Google Shape;235;p27"/>
          <p:cNvGrpSpPr/>
          <p:nvPr/>
        </p:nvGrpSpPr>
        <p:grpSpPr>
          <a:xfrm>
            <a:off x="7464271" y="546511"/>
            <a:ext cx="338342" cy="338327"/>
            <a:chOff x="-59470075" y="3308975"/>
            <a:chExt cx="318200" cy="316075"/>
          </a:xfrm>
        </p:grpSpPr>
        <p:sp>
          <p:nvSpPr>
            <p:cNvPr id="236" name="Google Shape;236;p27"/>
            <p:cNvSpPr/>
            <p:nvPr/>
          </p:nvSpPr>
          <p:spPr>
            <a:xfrm>
              <a:off x="-59403925" y="3522625"/>
              <a:ext cx="21275" cy="20500"/>
            </a:xfrm>
            <a:custGeom>
              <a:rect b="b" l="l" r="r" t="t"/>
              <a:pathLst>
                <a:path extrusionOk="0" h="820" w="851">
                  <a:moveTo>
                    <a:pt x="0" y="1"/>
                  </a:moveTo>
                  <a:lnTo>
                    <a:pt x="0" y="820"/>
                  </a:lnTo>
                  <a:lnTo>
                    <a:pt x="851" y="820"/>
                  </a:lnTo>
                  <a:lnTo>
                    <a:pt x="85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" name="Google Shape;237;p27"/>
            <p:cNvSpPr/>
            <p:nvPr/>
          </p:nvSpPr>
          <p:spPr>
            <a:xfrm>
              <a:off x="-59362175" y="3522625"/>
              <a:ext cx="20500" cy="20500"/>
            </a:xfrm>
            <a:custGeom>
              <a:rect b="b" l="l" r="r" t="t"/>
              <a:pathLst>
                <a:path extrusionOk="0" h="820" w="820">
                  <a:moveTo>
                    <a:pt x="0" y="1"/>
                  </a:moveTo>
                  <a:lnTo>
                    <a:pt x="0" y="820"/>
                  </a:lnTo>
                  <a:lnTo>
                    <a:pt x="819" y="820"/>
                  </a:lnTo>
                  <a:lnTo>
                    <a:pt x="81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" name="Google Shape;238;p27"/>
            <p:cNvSpPr/>
            <p:nvPr/>
          </p:nvSpPr>
          <p:spPr>
            <a:xfrm>
              <a:off x="-59321225" y="3522625"/>
              <a:ext cx="20500" cy="20500"/>
            </a:xfrm>
            <a:custGeom>
              <a:rect b="b" l="l" r="r" t="t"/>
              <a:pathLst>
                <a:path extrusionOk="0" h="820" w="820">
                  <a:moveTo>
                    <a:pt x="0" y="1"/>
                  </a:moveTo>
                  <a:lnTo>
                    <a:pt x="0" y="820"/>
                  </a:lnTo>
                  <a:lnTo>
                    <a:pt x="820" y="820"/>
                  </a:lnTo>
                  <a:lnTo>
                    <a:pt x="82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" name="Google Shape;239;p27"/>
            <p:cNvSpPr/>
            <p:nvPr/>
          </p:nvSpPr>
          <p:spPr>
            <a:xfrm>
              <a:off x="-59279475" y="3522625"/>
              <a:ext cx="20500" cy="20500"/>
            </a:xfrm>
            <a:custGeom>
              <a:rect b="b" l="l" r="r" t="t"/>
              <a:pathLst>
                <a:path extrusionOk="0" h="820" w="820">
                  <a:moveTo>
                    <a:pt x="0" y="1"/>
                  </a:moveTo>
                  <a:lnTo>
                    <a:pt x="0" y="820"/>
                  </a:lnTo>
                  <a:lnTo>
                    <a:pt x="819" y="820"/>
                  </a:lnTo>
                  <a:lnTo>
                    <a:pt x="81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" name="Google Shape;240;p27"/>
            <p:cNvSpPr/>
            <p:nvPr/>
          </p:nvSpPr>
          <p:spPr>
            <a:xfrm>
              <a:off x="-59470075" y="3418825"/>
              <a:ext cx="317425" cy="206225"/>
            </a:xfrm>
            <a:custGeom>
              <a:rect b="b" l="l" r="r" t="t"/>
              <a:pathLst>
                <a:path extrusionOk="0" h="8249" w="12697">
                  <a:moveTo>
                    <a:pt x="10523" y="3334"/>
                  </a:moveTo>
                  <a:cubicBezTo>
                    <a:pt x="10775" y="3334"/>
                    <a:pt x="10932" y="3523"/>
                    <a:pt x="10932" y="3775"/>
                  </a:cubicBezTo>
                  <a:lnTo>
                    <a:pt x="10932" y="5413"/>
                  </a:lnTo>
                  <a:cubicBezTo>
                    <a:pt x="10932" y="5665"/>
                    <a:pt x="10712" y="5854"/>
                    <a:pt x="10523" y="5854"/>
                  </a:cubicBezTo>
                  <a:lnTo>
                    <a:pt x="2268" y="5854"/>
                  </a:lnTo>
                  <a:cubicBezTo>
                    <a:pt x="2016" y="5854"/>
                    <a:pt x="1827" y="5665"/>
                    <a:pt x="1827" y="5413"/>
                  </a:cubicBezTo>
                  <a:lnTo>
                    <a:pt x="1827" y="3775"/>
                  </a:lnTo>
                  <a:cubicBezTo>
                    <a:pt x="1827" y="3523"/>
                    <a:pt x="2016" y="3334"/>
                    <a:pt x="2268" y="3334"/>
                  </a:cubicBezTo>
                  <a:close/>
                  <a:moveTo>
                    <a:pt x="2893" y="1"/>
                  </a:moveTo>
                  <a:cubicBezTo>
                    <a:pt x="2822" y="1"/>
                    <a:pt x="2748" y="18"/>
                    <a:pt x="2678" y="57"/>
                  </a:cubicBezTo>
                  <a:lnTo>
                    <a:pt x="221" y="1727"/>
                  </a:lnTo>
                  <a:cubicBezTo>
                    <a:pt x="95" y="1790"/>
                    <a:pt x="0" y="1916"/>
                    <a:pt x="0" y="2073"/>
                  </a:cubicBezTo>
                  <a:lnTo>
                    <a:pt x="0" y="7870"/>
                  </a:lnTo>
                  <a:cubicBezTo>
                    <a:pt x="0" y="8091"/>
                    <a:pt x="221" y="8248"/>
                    <a:pt x="410" y="8248"/>
                  </a:cubicBezTo>
                  <a:lnTo>
                    <a:pt x="12255" y="8248"/>
                  </a:lnTo>
                  <a:cubicBezTo>
                    <a:pt x="12507" y="8248"/>
                    <a:pt x="12665" y="8059"/>
                    <a:pt x="12665" y="7870"/>
                  </a:cubicBezTo>
                  <a:lnTo>
                    <a:pt x="12665" y="2073"/>
                  </a:lnTo>
                  <a:cubicBezTo>
                    <a:pt x="12697" y="1884"/>
                    <a:pt x="12507" y="1664"/>
                    <a:pt x="12287" y="1664"/>
                  </a:cubicBezTo>
                  <a:lnTo>
                    <a:pt x="5797" y="1664"/>
                  </a:lnTo>
                  <a:lnTo>
                    <a:pt x="5797" y="404"/>
                  </a:lnTo>
                  <a:cubicBezTo>
                    <a:pt x="5797" y="166"/>
                    <a:pt x="5600" y="1"/>
                    <a:pt x="5382" y="1"/>
                  </a:cubicBezTo>
                  <a:cubicBezTo>
                    <a:pt x="5311" y="1"/>
                    <a:pt x="5237" y="18"/>
                    <a:pt x="5167" y="57"/>
                  </a:cubicBezTo>
                  <a:lnTo>
                    <a:pt x="3308" y="1286"/>
                  </a:lnTo>
                  <a:lnTo>
                    <a:pt x="3308" y="404"/>
                  </a:lnTo>
                  <a:cubicBezTo>
                    <a:pt x="3308" y="166"/>
                    <a:pt x="3111" y="1"/>
                    <a:pt x="289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" name="Google Shape;241;p27"/>
            <p:cNvSpPr/>
            <p:nvPr/>
          </p:nvSpPr>
          <p:spPr>
            <a:xfrm>
              <a:off x="-59238525" y="3522625"/>
              <a:ext cx="20500" cy="20500"/>
            </a:xfrm>
            <a:custGeom>
              <a:rect b="b" l="l" r="r" t="t"/>
              <a:pathLst>
                <a:path extrusionOk="0" h="820" w="820">
                  <a:moveTo>
                    <a:pt x="0" y="1"/>
                  </a:moveTo>
                  <a:lnTo>
                    <a:pt x="0" y="820"/>
                  </a:lnTo>
                  <a:lnTo>
                    <a:pt x="820" y="820"/>
                  </a:lnTo>
                  <a:lnTo>
                    <a:pt x="82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" name="Google Shape;242;p27"/>
            <p:cNvSpPr/>
            <p:nvPr/>
          </p:nvSpPr>
          <p:spPr>
            <a:xfrm>
              <a:off x="-59292875" y="3308975"/>
              <a:ext cx="106350" cy="41400"/>
            </a:xfrm>
            <a:custGeom>
              <a:rect b="b" l="l" r="r" t="t"/>
              <a:pathLst>
                <a:path extrusionOk="0" h="1656" w="4254">
                  <a:moveTo>
                    <a:pt x="1305" y="1"/>
                  </a:moveTo>
                  <a:cubicBezTo>
                    <a:pt x="904" y="1"/>
                    <a:pt x="497" y="175"/>
                    <a:pt x="158" y="545"/>
                  </a:cubicBezTo>
                  <a:cubicBezTo>
                    <a:pt x="1" y="702"/>
                    <a:pt x="64" y="986"/>
                    <a:pt x="221" y="1143"/>
                  </a:cubicBezTo>
                  <a:cubicBezTo>
                    <a:pt x="311" y="1218"/>
                    <a:pt x="409" y="1258"/>
                    <a:pt x="503" y="1258"/>
                  </a:cubicBezTo>
                  <a:cubicBezTo>
                    <a:pt x="606" y="1258"/>
                    <a:pt x="706" y="1210"/>
                    <a:pt x="788" y="1112"/>
                  </a:cubicBezTo>
                  <a:cubicBezTo>
                    <a:pt x="946" y="938"/>
                    <a:pt x="1127" y="852"/>
                    <a:pt x="1308" y="852"/>
                  </a:cubicBezTo>
                  <a:cubicBezTo>
                    <a:pt x="1489" y="852"/>
                    <a:pt x="1670" y="938"/>
                    <a:pt x="1828" y="1112"/>
                  </a:cubicBezTo>
                  <a:cubicBezTo>
                    <a:pt x="2150" y="1466"/>
                    <a:pt x="2562" y="1655"/>
                    <a:pt x="2977" y="1655"/>
                  </a:cubicBezTo>
                  <a:cubicBezTo>
                    <a:pt x="3374" y="1655"/>
                    <a:pt x="3773" y="1482"/>
                    <a:pt x="4096" y="1112"/>
                  </a:cubicBezTo>
                  <a:cubicBezTo>
                    <a:pt x="4254" y="954"/>
                    <a:pt x="4222" y="671"/>
                    <a:pt x="4065" y="513"/>
                  </a:cubicBezTo>
                  <a:cubicBezTo>
                    <a:pt x="3990" y="438"/>
                    <a:pt x="3886" y="399"/>
                    <a:pt x="3781" y="399"/>
                  </a:cubicBezTo>
                  <a:cubicBezTo>
                    <a:pt x="3665" y="399"/>
                    <a:pt x="3549" y="446"/>
                    <a:pt x="3466" y="545"/>
                  </a:cubicBezTo>
                  <a:cubicBezTo>
                    <a:pt x="3309" y="734"/>
                    <a:pt x="3135" y="828"/>
                    <a:pt x="2962" y="828"/>
                  </a:cubicBezTo>
                  <a:cubicBezTo>
                    <a:pt x="2789" y="828"/>
                    <a:pt x="2616" y="734"/>
                    <a:pt x="2458" y="545"/>
                  </a:cubicBezTo>
                  <a:cubicBezTo>
                    <a:pt x="2136" y="191"/>
                    <a:pt x="1724" y="1"/>
                    <a:pt x="130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" name="Google Shape;243;p27"/>
            <p:cNvSpPr/>
            <p:nvPr/>
          </p:nvSpPr>
          <p:spPr>
            <a:xfrm>
              <a:off x="-59214100" y="3371400"/>
              <a:ext cx="62225" cy="68550"/>
            </a:xfrm>
            <a:custGeom>
              <a:rect b="b" l="l" r="r" t="t"/>
              <a:pathLst>
                <a:path extrusionOk="0" h="2742" w="2489">
                  <a:moveTo>
                    <a:pt x="410" y="1"/>
                  </a:moveTo>
                  <a:cubicBezTo>
                    <a:pt x="158" y="1"/>
                    <a:pt x="0" y="190"/>
                    <a:pt x="0" y="379"/>
                  </a:cubicBezTo>
                  <a:lnTo>
                    <a:pt x="0" y="2742"/>
                  </a:lnTo>
                  <a:lnTo>
                    <a:pt x="2489" y="2742"/>
                  </a:lnTo>
                  <a:lnTo>
                    <a:pt x="2489" y="379"/>
                  </a:lnTo>
                  <a:cubicBezTo>
                    <a:pt x="2458" y="190"/>
                    <a:pt x="2268" y="1"/>
                    <a:pt x="204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" name="Google Shape;244;p27"/>
            <p:cNvSpPr/>
            <p:nvPr/>
          </p:nvSpPr>
          <p:spPr>
            <a:xfrm>
              <a:off x="-59297600" y="3392600"/>
              <a:ext cx="62250" cy="48150"/>
            </a:xfrm>
            <a:custGeom>
              <a:rect b="b" l="l" r="r" t="t"/>
              <a:pathLst>
                <a:path extrusionOk="0" h="1926" w="2490">
                  <a:moveTo>
                    <a:pt x="387" y="0"/>
                  </a:moveTo>
                  <a:cubicBezTo>
                    <a:pt x="163" y="0"/>
                    <a:pt x="1" y="177"/>
                    <a:pt x="1" y="382"/>
                  </a:cubicBezTo>
                  <a:lnTo>
                    <a:pt x="1" y="1925"/>
                  </a:lnTo>
                  <a:lnTo>
                    <a:pt x="2489" y="1925"/>
                  </a:lnTo>
                  <a:lnTo>
                    <a:pt x="2489" y="382"/>
                  </a:lnTo>
                  <a:cubicBezTo>
                    <a:pt x="2489" y="161"/>
                    <a:pt x="2300" y="4"/>
                    <a:pt x="2080" y="4"/>
                  </a:cubicBezTo>
                  <a:lnTo>
                    <a:pt x="442" y="4"/>
                  </a:lnTo>
                  <a:cubicBezTo>
                    <a:pt x="423" y="1"/>
                    <a:pt x="405" y="0"/>
                    <a:pt x="38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245" name="Google Shape;245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37725" y="3610325"/>
            <a:ext cx="338350" cy="338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" name="Google Shape;246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12" y="-12"/>
            <a:ext cx="3019425" cy="2066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8"/>
          <p:cNvSpPr txBox="1"/>
          <p:nvPr>
            <p:ph type="title"/>
          </p:nvPr>
        </p:nvSpPr>
        <p:spPr>
          <a:xfrm>
            <a:off x="457200" y="411475"/>
            <a:ext cx="8229600" cy="4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Plan</a:t>
            </a:r>
            <a:endParaRPr/>
          </a:p>
        </p:txBody>
      </p:sp>
      <p:sp>
        <p:nvSpPr>
          <p:cNvPr id="252" name="Google Shape;252;p28"/>
          <p:cNvSpPr/>
          <p:nvPr/>
        </p:nvSpPr>
        <p:spPr>
          <a:xfrm>
            <a:off x="798793" y="2836569"/>
            <a:ext cx="7598702" cy="67760"/>
          </a:xfrm>
          <a:custGeom>
            <a:rect b="b" l="l" r="r" t="t"/>
            <a:pathLst>
              <a:path extrusionOk="0" h="2218" w="248730">
                <a:moveTo>
                  <a:pt x="0" y="1"/>
                </a:moveTo>
                <a:lnTo>
                  <a:pt x="0" y="2218"/>
                </a:lnTo>
                <a:lnTo>
                  <a:pt x="248729" y="2218"/>
                </a:lnTo>
                <a:lnTo>
                  <a:pt x="248729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28"/>
          <p:cNvSpPr/>
          <p:nvPr/>
        </p:nvSpPr>
        <p:spPr>
          <a:xfrm>
            <a:off x="663334" y="2792088"/>
            <a:ext cx="157730" cy="158677"/>
          </a:xfrm>
          <a:custGeom>
            <a:rect b="b" l="l" r="r" t="t"/>
            <a:pathLst>
              <a:path extrusionOk="0" h="5194" w="5163">
                <a:moveTo>
                  <a:pt x="2566" y="0"/>
                </a:moveTo>
                <a:cubicBezTo>
                  <a:pt x="1141" y="0"/>
                  <a:pt x="1" y="1172"/>
                  <a:pt x="1" y="2597"/>
                </a:cubicBezTo>
                <a:cubicBezTo>
                  <a:pt x="1" y="4022"/>
                  <a:pt x="1141" y="5194"/>
                  <a:pt x="2566" y="5194"/>
                </a:cubicBezTo>
                <a:cubicBezTo>
                  <a:pt x="4023" y="5194"/>
                  <a:pt x="5163" y="4022"/>
                  <a:pt x="5163" y="2597"/>
                </a:cubicBezTo>
                <a:cubicBezTo>
                  <a:pt x="5163" y="1172"/>
                  <a:pt x="4023" y="0"/>
                  <a:pt x="2566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28"/>
          <p:cNvSpPr/>
          <p:nvPr/>
        </p:nvSpPr>
        <p:spPr>
          <a:xfrm>
            <a:off x="8322952" y="2792088"/>
            <a:ext cx="157730" cy="158677"/>
          </a:xfrm>
          <a:custGeom>
            <a:rect b="b" l="l" r="r" t="t"/>
            <a:pathLst>
              <a:path extrusionOk="0" h="5194" w="5163">
                <a:moveTo>
                  <a:pt x="2598" y="0"/>
                </a:moveTo>
                <a:cubicBezTo>
                  <a:pt x="1141" y="0"/>
                  <a:pt x="1" y="1172"/>
                  <a:pt x="1" y="2597"/>
                </a:cubicBezTo>
                <a:cubicBezTo>
                  <a:pt x="1" y="4022"/>
                  <a:pt x="1141" y="5194"/>
                  <a:pt x="2598" y="5194"/>
                </a:cubicBezTo>
                <a:cubicBezTo>
                  <a:pt x="4023" y="5194"/>
                  <a:pt x="5163" y="4022"/>
                  <a:pt x="5163" y="2597"/>
                </a:cubicBezTo>
                <a:cubicBezTo>
                  <a:pt x="5163" y="1172"/>
                  <a:pt x="4023" y="0"/>
                  <a:pt x="2598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28"/>
          <p:cNvSpPr/>
          <p:nvPr/>
        </p:nvSpPr>
        <p:spPr>
          <a:xfrm>
            <a:off x="1565048" y="2770795"/>
            <a:ext cx="200286" cy="200286"/>
          </a:xfrm>
          <a:custGeom>
            <a:rect b="b" l="l" r="r" t="t"/>
            <a:pathLst>
              <a:path extrusionOk="0" h="6556" w="6556">
                <a:moveTo>
                  <a:pt x="3294" y="0"/>
                </a:moveTo>
                <a:cubicBezTo>
                  <a:pt x="1489" y="0"/>
                  <a:pt x="0" y="1489"/>
                  <a:pt x="0" y="3294"/>
                </a:cubicBezTo>
                <a:cubicBezTo>
                  <a:pt x="0" y="5099"/>
                  <a:pt x="1489" y="6556"/>
                  <a:pt x="3294" y="6556"/>
                </a:cubicBezTo>
                <a:cubicBezTo>
                  <a:pt x="5099" y="6556"/>
                  <a:pt x="6556" y="5099"/>
                  <a:pt x="6556" y="3294"/>
                </a:cubicBezTo>
                <a:cubicBezTo>
                  <a:pt x="6556" y="1489"/>
                  <a:pt x="5099" y="0"/>
                  <a:pt x="3294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28"/>
          <p:cNvSpPr/>
          <p:nvPr/>
        </p:nvSpPr>
        <p:spPr>
          <a:xfrm>
            <a:off x="1575679" y="2791599"/>
            <a:ext cx="179023" cy="159257"/>
          </a:xfrm>
          <a:custGeom>
            <a:rect b="b" l="l" r="r" t="t"/>
            <a:pathLst>
              <a:path extrusionOk="0" h="5213" w="5860">
                <a:moveTo>
                  <a:pt x="2957" y="1"/>
                </a:moveTo>
                <a:cubicBezTo>
                  <a:pt x="2680" y="1"/>
                  <a:pt x="2399" y="47"/>
                  <a:pt x="2123" y="143"/>
                </a:cubicBezTo>
                <a:cubicBezTo>
                  <a:pt x="761" y="586"/>
                  <a:pt x="1" y="2043"/>
                  <a:pt x="476" y="3436"/>
                </a:cubicBezTo>
                <a:cubicBezTo>
                  <a:pt x="831" y="4528"/>
                  <a:pt x="1859" y="5213"/>
                  <a:pt x="2954" y="5213"/>
                </a:cubicBezTo>
                <a:cubicBezTo>
                  <a:pt x="3224" y="5213"/>
                  <a:pt x="3499" y="5171"/>
                  <a:pt x="3769" y="5083"/>
                </a:cubicBezTo>
                <a:cubicBezTo>
                  <a:pt x="5131" y="4640"/>
                  <a:pt x="5859" y="3151"/>
                  <a:pt x="5416" y="1790"/>
                </a:cubicBezTo>
                <a:cubicBezTo>
                  <a:pt x="5063" y="704"/>
                  <a:pt x="4045" y="1"/>
                  <a:pt x="2957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28"/>
          <p:cNvSpPr/>
          <p:nvPr/>
        </p:nvSpPr>
        <p:spPr>
          <a:xfrm>
            <a:off x="1034853" y="1287654"/>
            <a:ext cx="1258752" cy="1446420"/>
          </a:xfrm>
          <a:custGeom>
            <a:rect b="b" l="l" r="r" t="t"/>
            <a:pathLst>
              <a:path extrusionOk="0" h="47346" w="41203">
                <a:moveTo>
                  <a:pt x="20617" y="0"/>
                </a:moveTo>
                <a:cubicBezTo>
                  <a:pt x="9216" y="0"/>
                  <a:pt x="1" y="9216"/>
                  <a:pt x="1" y="20585"/>
                </a:cubicBezTo>
                <a:cubicBezTo>
                  <a:pt x="1" y="30687"/>
                  <a:pt x="7253" y="39079"/>
                  <a:pt x="16849" y="40853"/>
                </a:cubicBezTo>
                <a:lnTo>
                  <a:pt x="20617" y="47345"/>
                </a:lnTo>
                <a:lnTo>
                  <a:pt x="24354" y="40853"/>
                </a:lnTo>
                <a:cubicBezTo>
                  <a:pt x="33950" y="39079"/>
                  <a:pt x="41202" y="30687"/>
                  <a:pt x="41202" y="20585"/>
                </a:cubicBezTo>
                <a:cubicBezTo>
                  <a:pt x="41202" y="9216"/>
                  <a:pt x="31986" y="0"/>
                  <a:pt x="20617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28"/>
          <p:cNvSpPr/>
          <p:nvPr/>
        </p:nvSpPr>
        <p:spPr>
          <a:xfrm>
            <a:off x="1162582" y="1415353"/>
            <a:ext cx="1003293" cy="1003323"/>
          </a:xfrm>
          <a:custGeom>
            <a:rect b="b" l="l" r="r" t="t"/>
            <a:pathLst>
              <a:path extrusionOk="0" h="32842" w="32841">
                <a:moveTo>
                  <a:pt x="16436" y="0"/>
                </a:moveTo>
                <a:cubicBezTo>
                  <a:pt x="7347" y="0"/>
                  <a:pt x="0" y="7348"/>
                  <a:pt x="0" y="16405"/>
                </a:cubicBezTo>
                <a:cubicBezTo>
                  <a:pt x="0" y="25462"/>
                  <a:pt x="7347" y="32841"/>
                  <a:pt x="16436" y="32841"/>
                </a:cubicBezTo>
                <a:cubicBezTo>
                  <a:pt x="25494" y="32841"/>
                  <a:pt x="32841" y="25462"/>
                  <a:pt x="32841" y="16405"/>
                </a:cubicBezTo>
                <a:cubicBezTo>
                  <a:pt x="32841" y="7348"/>
                  <a:pt x="25494" y="0"/>
                  <a:pt x="16436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28"/>
          <p:cNvSpPr/>
          <p:nvPr/>
        </p:nvSpPr>
        <p:spPr>
          <a:xfrm>
            <a:off x="4765497" y="1287654"/>
            <a:ext cx="1258752" cy="1446420"/>
          </a:xfrm>
          <a:custGeom>
            <a:rect b="b" l="l" r="r" t="t"/>
            <a:pathLst>
              <a:path extrusionOk="0" h="47346" w="41203">
                <a:moveTo>
                  <a:pt x="20617" y="0"/>
                </a:moveTo>
                <a:cubicBezTo>
                  <a:pt x="9216" y="0"/>
                  <a:pt x="1" y="9216"/>
                  <a:pt x="1" y="20585"/>
                </a:cubicBezTo>
                <a:cubicBezTo>
                  <a:pt x="1" y="30687"/>
                  <a:pt x="7253" y="39079"/>
                  <a:pt x="16849" y="40853"/>
                </a:cubicBezTo>
                <a:lnTo>
                  <a:pt x="20617" y="47345"/>
                </a:lnTo>
                <a:lnTo>
                  <a:pt x="24354" y="40853"/>
                </a:lnTo>
                <a:cubicBezTo>
                  <a:pt x="33950" y="39079"/>
                  <a:pt x="41202" y="30687"/>
                  <a:pt x="41202" y="20585"/>
                </a:cubicBezTo>
                <a:cubicBezTo>
                  <a:pt x="41202" y="9216"/>
                  <a:pt x="31986" y="0"/>
                  <a:pt x="20617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28"/>
          <p:cNvSpPr/>
          <p:nvPr/>
        </p:nvSpPr>
        <p:spPr>
          <a:xfrm>
            <a:off x="4893196" y="1415353"/>
            <a:ext cx="1003323" cy="1003323"/>
          </a:xfrm>
          <a:custGeom>
            <a:rect b="b" l="l" r="r" t="t"/>
            <a:pathLst>
              <a:path extrusionOk="0" h="32842" w="32842">
                <a:moveTo>
                  <a:pt x="16437" y="0"/>
                </a:moveTo>
                <a:cubicBezTo>
                  <a:pt x="7348" y="0"/>
                  <a:pt x="1" y="7348"/>
                  <a:pt x="1" y="16405"/>
                </a:cubicBezTo>
                <a:cubicBezTo>
                  <a:pt x="1" y="25462"/>
                  <a:pt x="7348" y="32841"/>
                  <a:pt x="16437" y="32841"/>
                </a:cubicBezTo>
                <a:cubicBezTo>
                  <a:pt x="25495" y="32841"/>
                  <a:pt x="32842" y="25462"/>
                  <a:pt x="32842" y="16405"/>
                </a:cubicBezTo>
                <a:cubicBezTo>
                  <a:pt x="32842" y="7348"/>
                  <a:pt x="25495" y="0"/>
                  <a:pt x="16437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28"/>
          <p:cNvSpPr/>
          <p:nvPr/>
        </p:nvSpPr>
        <p:spPr>
          <a:xfrm>
            <a:off x="6631796" y="3056193"/>
            <a:ext cx="1258721" cy="1447398"/>
          </a:xfrm>
          <a:custGeom>
            <a:rect b="b" l="l" r="r" t="t"/>
            <a:pathLst>
              <a:path extrusionOk="0" h="47378" w="41202">
                <a:moveTo>
                  <a:pt x="20585" y="1"/>
                </a:moveTo>
                <a:lnTo>
                  <a:pt x="16848" y="6493"/>
                </a:lnTo>
                <a:cubicBezTo>
                  <a:pt x="7252" y="8266"/>
                  <a:pt x="0" y="16659"/>
                  <a:pt x="0" y="26761"/>
                </a:cubicBezTo>
                <a:cubicBezTo>
                  <a:pt x="0" y="38130"/>
                  <a:pt x="9216" y="47377"/>
                  <a:pt x="20585" y="47377"/>
                </a:cubicBezTo>
                <a:cubicBezTo>
                  <a:pt x="31954" y="47377"/>
                  <a:pt x="41202" y="38130"/>
                  <a:pt x="41202" y="26761"/>
                </a:cubicBezTo>
                <a:cubicBezTo>
                  <a:pt x="41202" y="16659"/>
                  <a:pt x="33918" y="8266"/>
                  <a:pt x="24354" y="6493"/>
                </a:cubicBezTo>
                <a:lnTo>
                  <a:pt x="20585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28"/>
          <p:cNvSpPr/>
          <p:nvPr/>
        </p:nvSpPr>
        <p:spPr>
          <a:xfrm>
            <a:off x="6759495" y="3372569"/>
            <a:ext cx="1002346" cy="1002346"/>
          </a:xfrm>
          <a:custGeom>
            <a:rect b="b" l="l" r="r" t="t"/>
            <a:pathLst>
              <a:path extrusionOk="0" h="32810" w="32810">
                <a:moveTo>
                  <a:pt x="16405" y="1"/>
                </a:moveTo>
                <a:cubicBezTo>
                  <a:pt x="7348" y="1"/>
                  <a:pt x="1" y="7348"/>
                  <a:pt x="1" y="16405"/>
                </a:cubicBezTo>
                <a:cubicBezTo>
                  <a:pt x="1" y="25462"/>
                  <a:pt x="7348" y="32810"/>
                  <a:pt x="16405" y="32810"/>
                </a:cubicBezTo>
                <a:cubicBezTo>
                  <a:pt x="25463" y="32810"/>
                  <a:pt x="32810" y="25462"/>
                  <a:pt x="32810" y="16405"/>
                </a:cubicBezTo>
                <a:cubicBezTo>
                  <a:pt x="32810" y="7348"/>
                  <a:pt x="25463" y="1"/>
                  <a:pt x="16405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28"/>
          <p:cNvSpPr/>
          <p:nvPr/>
        </p:nvSpPr>
        <p:spPr>
          <a:xfrm>
            <a:off x="2901152" y="3056193"/>
            <a:ext cx="1259699" cy="1447398"/>
          </a:xfrm>
          <a:custGeom>
            <a:rect b="b" l="l" r="r" t="t"/>
            <a:pathLst>
              <a:path extrusionOk="0" h="47378" w="41234">
                <a:moveTo>
                  <a:pt x="20617" y="1"/>
                </a:moveTo>
                <a:lnTo>
                  <a:pt x="16848" y="6493"/>
                </a:lnTo>
                <a:cubicBezTo>
                  <a:pt x="7284" y="8266"/>
                  <a:pt x="0" y="16659"/>
                  <a:pt x="0" y="26761"/>
                </a:cubicBezTo>
                <a:cubicBezTo>
                  <a:pt x="0" y="38130"/>
                  <a:pt x="9248" y="47377"/>
                  <a:pt x="20617" y="47377"/>
                </a:cubicBezTo>
                <a:cubicBezTo>
                  <a:pt x="31986" y="47377"/>
                  <a:pt x="41233" y="38130"/>
                  <a:pt x="41233" y="26761"/>
                </a:cubicBezTo>
                <a:cubicBezTo>
                  <a:pt x="41233" y="16659"/>
                  <a:pt x="33950" y="8266"/>
                  <a:pt x="24354" y="6493"/>
                </a:cubicBezTo>
                <a:lnTo>
                  <a:pt x="20617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28"/>
          <p:cNvSpPr/>
          <p:nvPr/>
        </p:nvSpPr>
        <p:spPr>
          <a:xfrm>
            <a:off x="3029829" y="3372569"/>
            <a:ext cx="1002345" cy="1002346"/>
          </a:xfrm>
          <a:custGeom>
            <a:rect b="b" l="l" r="r" t="t"/>
            <a:pathLst>
              <a:path extrusionOk="0" h="32810" w="32810">
                <a:moveTo>
                  <a:pt x="16405" y="1"/>
                </a:moveTo>
                <a:cubicBezTo>
                  <a:pt x="7348" y="1"/>
                  <a:pt x="0" y="7348"/>
                  <a:pt x="0" y="16405"/>
                </a:cubicBezTo>
                <a:cubicBezTo>
                  <a:pt x="0" y="25462"/>
                  <a:pt x="7348" y="32810"/>
                  <a:pt x="16405" y="32810"/>
                </a:cubicBezTo>
                <a:cubicBezTo>
                  <a:pt x="25462" y="32810"/>
                  <a:pt x="32809" y="25462"/>
                  <a:pt x="32809" y="16405"/>
                </a:cubicBezTo>
                <a:cubicBezTo>
                  <a:pt x="32809" y="7348"/>
                  <a:pt x="25462" y="1"/>
                  <a:pt x="16405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28"/>
          <p:cNvSpPr/>
          <p:nvPr/>
        </p:nvSpPr>
        <p:spPr>
          <a:xfrm>
            <a:off x="1621168" y="3056193"/>
            <a:ext cx="70632" cy="71640"/>
          </a:xfrm>
          <a:custGeom>
            <a:rect b="b" l="l" r="r" t="t"/>
            <a:pathLst>
              <a:path extrusionOk="0" h="2345" w="2312">
                <a:moveTo>
                  <a:pt x="1172" y="1"/>
                </a:moveTo>
                <a:cubicBezTo>
                  <a:pt x="507" y="1"/>
                  <a:pt x="0" y="539"/>
                  <a:pt x="0" y="1173"/>
                </a:cubicBezTo>
                <a:cubicBezTo>
                  <a:pt x="0" y="1806"/>
                  <a:pt x="507" y="2344"/>
                  <a:pt x="1172" y="2344"/>
                </a:cubicBezTo>
                <a:cubicBezTo>
                  <a:pt x="1805" y="2344"/>
                  <a:pt x="2312" y="1806"/>
                  <a:pt x="2312" y="1173"/>
                </a:cubicBezTo>
                <a:cubicBezTo>
                  <a:pt x="2312" y="539"/>
                  <a:pt x="1805" y="1"/>
                  <a:pt x="1172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28"/>
          <p:cNvSpPr/>
          <p:nvPr/>
        </p:nvSpPr>
        <p:spPr>
          <a:xfrm>
            <a:off x="1621168" y="3214870"/>
            <a:ext cx="70632" cy="70662"/>
          </a:xfrm>
          <a:custGeom>
            <a:rect b="b" l="l" r="r" t="t"/>
            <a:pathLst>
              <a:path extrusionOk="0" h="2313" w="2312">
                <a:moveTo>
                  <a:pt x="1172" y="1"/>
                </a:moveTo>
                <a:cubicBezTo>
                  <a:pt x="507" y="1"/>
                  <a:pt x="0" y="507"/>
                  <a:pt x="0" y="1172"/>
                </a:cubicBezTo>
                <a:cubicBezTo>
                  <a:pt x="0" y="1806"/>
                  <a:pt x="507" y="2312"/>
                  <a:pt x="1172" y="2312"/>
                </a:cubicBezTo>
                <a:cubicBezTo>
                  <a:pt x="1805" y="2312"/>
                  <a:pt x="2312" y="1806"/>
                  <a:pt x="2312" y="1172"/>
                </a:cubicBezTo>
                <a:cubicBezTo>
                  <a:pt x="2312" y="507"/>
                  <a:pt x="1805" y="1"/>
                  <a:pt x="1172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28"/>
          <p:cNvSpPr/>
          <p:nvPr/>
        </p:nvSpPr>
        <p:spPr>
          <a:xfrm>
            <a:off x="1621168" y="3372569"/>
            <a:ext cx="70632" cy="71640"/>
          </a:xfrm>
          <a:custGeom>
            <a:rect b="b" l="l" r="r" t="t"/>
            <a:pathLst>
              <a:path extrusionOk="0" h="2345" w="2312">
                <a:moveTo>
                  <a:pt x="1172" y="1"/>
                </a:moveTo>
                <a:cubicBezTo>
                  <a:pt x="507" y="1"/>
                  <a:pt x="0" y="539"/>
                  <a:pt x="0" y="1172"/>
                </a:cubicBezTo>
                <a:cubicBezTo>
                  <a:pt x="0" y="1806"/>
                  <a:pt x="507" y="2344"/>
                  <a:pt x="1172" y="2344"/>
                </a:cubicBezTo>
                <a:cubicBezTo>
                  <a:pt x="1805" y="2344"/>
                  <a:pt x="2312" y="1806"/>
                  <a:pt x="2312" y="1172"/>
                </a:cubicBezTo>
                <a:cubicBezTo>
                  <a:pt x="2312" y="539"/>
                  <a:pt x="1805" y="1"/>
                  <a:pt x="1172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28"/>
          <p:cNvSpPr/>
          <p:nvPr/>
        </p:nvSpPr>
        <p:spPr>
          <a:xfrm>
            <a:off x="1621168" y="3531246"/>
            <a:ext cx="70632" cy="70662"/>
          </a:xfrm>
          <a:custGeom>
            <a:rect b="b" l="l" r="r" t="t"/>
            <a:pathLst>
              <a:path extrusionOk="0" h="2313" w="2312">
                <a:moveTo>
                  <a:pt x="1172" y="0"/>
                </a:moveTo>
                <a:cubicBezTo>
                  <a:pt x="507" y="0"/>
                  <a:pt x="0" y="507"/>
                  <a:pt x="0" y="1172"/>
                </a:cubicBezTo>
                <a:cubicBezTo>
                  <a:pt x="0" y="1805"/>
                  <a:pt x="507" y="2312"/>
                  <a:pt x="1172" y="2312"/>
                </a:cubicBezTo>
                <a:cubicBezTo>
                  <a:pt x="1805" y="2312"/>
                  <a:pt x="2312" y="1805"/>
                  <a:pt x="2312" y="1172"/>
                </a:cubicBezTo>
                <a:cubicBezTo>
                  <a:pt x="2312" y="507"/>
                  <a:pt x="1805" y="0"/>
                  <a:pt x="1172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28"/>
          <p:cNvSpPr/>
          <p:nvPr/>
        </p:nvSpPr>
        <p:spPr>
          <a:xfrm>
            <a:off x="3416806" y="2782373"/>
            <a:ext cx="228361" cy="207801"/>
          </a:xfrm>
          <a:custGeom>
            <a:rect b="b" l="l" r="r" t="t"/>
            <a:pathLst>
              <a:path extrusionOk="0" h="6802" w="7475">
                <a:moveTo>
                  <a:pt x="3728" y="1"/>
                </a:moveTo>
                <a:cubicBezTo>
                  <a:pt x="2186" y="1"/>
                  <a:pt x="796" y="1057"/>
                  <a:pt x="444" y="2598"/>
                </a:cubicBezTo>
                <a:cubicBezTo>
                  <a:pt x="1" y="4435"/>
                  <a:pt x="1141" y="6272"/>
                  <a:pt x="2946" y="6715"/>
                </a:cubicBezTo>
                <a:cubicBezTo>
                  <a:pt x="3204" y="6773"/>
                  <a:pt x="3463" y="6801"/>
                  <a:pt x="3717" y="6801"/>
                </a:cubicBezTo>
                <a:cubicBezTo>
                  <a:pt x="5271" y="6801"/>
                  <a:pt x="6678" y="5760"/>
                  <a:pt x="7031" y="4182"/>
                </a:cubicBezTo>
                <a:cubicBezTo>
                  <a:pt x="7475" y="2345"/>
                  <a:pt x="6335" y="508"/>
                  <a:pt x="4530" y="97"/>
                </a:cubicBezTo>
                <a:cubicBezTo>
                  <a:pt x="4261" y="32"/>
                  <a:pt x="3993" y="1"/>
                  <a:pt x="3728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28"/>
          <p:cNvSpPr/>
          <p:nvPr/>
        </p:nvSpPr>
        <p:spPr>
          <a:xfrm>
            <a:off x="3440054" y="2803300"/>
            <a:ext cx="181895" cy="165276"/>
          </a:xfrm>
          <a:custGeom>
            <a:rect b="b" l="l" r="r" t="t"/>
            <a:pathLst>
              <a:path extrusionOk="0" h="5410" w="5954">
                <a:moveTo>
                  <a:pt x="2940" y="1"/>
                </a:moveTo>
                <a:cubicBezTo>
                  <a:pt x="1718" y="1"/>
                  <a:pt x="614" y="829"/>
                  <a:pt x="317" y="2072"/>
                </a:cubicBezTo>
                <a:cubicBezTo>
                  <a:pt x="0" y="3528"/>
                  <a:pt x="887" y="4985"/>
                  <a:pt x="2344" y="5334"/>
                </a:cubicBezTo>
                <a:cubicBezTo>
                  <a:pt x="2557" y="5385"/>
                  <a:pt x="2771" y="5409"/>
                  <a:pt x="2982" y="5409"/>
                </a:cubicBezTo>
                <a:cubicBezTo>
                  <a:pt x="4204" y="5409"/>
                  <a:pt x="5308" y="4581"/>
                  <a:pt x="5605" y="3338"/>
                </a:cubicBezTo>
                <a:cubicBezTo>
                  <a:pt x="5954" y="1882"/>
                  <a:pt x="5035" y="425"/>
                  <a:pt x="3579" y="77"/>
                </a:cubicBezTo>
                <a:cubicBezTo>
                  <a:pt x="3365" y="25"/>
                  <a:pt x="3151" y="1"/>
                  <a:pt x="2940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28"/>
          <p:cNvSpPr/>
          <p:nvPr/>
        </p:nvSpPr>
        <p:spPr>
          <a:xfrm>
            <a:off x="3501949" y="2144825"/>
            <a:ext cx="70662" cy="71640"/>
          </a:xfrm>
          <a:custGeom>
            <a:rect b="b" l="l" r="r" t="t"/>
            <a:pathLst>
              <a:path extrusionOk="0" h="2345" w="2313">
                <a:moveTo>
                  <a:pt x="1173" y="1"/>
                </a:moveTo>
                <a:cubicBezTo>
                  <a:pt x="508" y="1"/>
                  <a:pt x="1" y="539"/>
                  <a:pt x="1" y="1172"/>
                </a:cubicBezTo>
                <a:cubicBezTo>
                  <a:pt x="1" y="1806"/>
                  <a:pt x="508" y="2344"/>
                  <a:pt x="1173" y="2344"/>
                </a:cubicBezTo>
                <a:cubicBezTo>
                  <a:pt x="1806" y="2344"/>
                  <a:pt x="2313" y="1806"/>
                  <a:pt x="2313" y="1172"/>
                </a:cubicBezTo>
                <a:cubicBezTo>
                  <a:pt x="2313" y="539"/>
                  <a:pt x="1806" y="1"/>
                  <a:pt x="1173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28"/>
          <p:cNvSpPr/>
          <p:nvPr/>
        </p:nvSpPr>
        <p:spPr>
          <a:xfrm>
            <a:off x="3501949" y="2303502"/>
            <a:ext cx="70662" cy="70662"/>
          </a:xfrm>
          <a:custGeom>
            <a:rect b="b" l="l" r="r" t="t"/>
            <a:pathLst>
              <a:path extrusionOk="0" h="2313" w="2313">
                <a:moveTo>
                  <a:pt x="1173" y="0"/>
                </a:moveTo>
                <a:cubicBezTo>
                  <a:pt x="508" y="0"/>
                  <a:pt x="1" y="507"/>
                  <a:pt x="1" y="1172"/>
                </a:cubicBezTo>
                <a:cubicBezTo>
                  <a:pt x="1" y="1806"/>
                  <a:pt x="508" y="2312"/>
                  <a:pt x="1173" y="2312"/>
                </a:cubicBezTo>
                <a:cubicBezTo>
                  <a:pt x="1806" y="2312"/>
                  <a:pt x="2313" y="1806"/>
                  <a:pt x="2313" y="1172"/>
                </a:cubicBezTo>
                <a:cubicBezTo>
                  <a:pt x="2313" y="507"/>
                  <a:pt x="1806" y="0"/>
                  <a:pt x="117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28"/>
          <p:cNvSpPr/>
          <p:nvPr/>
        </p:nvSpPr>
        <p:spPr>
          <a:xfrm>
            <a:off x="3501949" y="2461201"/>
            <a:ext cx="70662" cy="71609"/>
          </a:xfrm>
          <a:custGeom>
            <a:rect b="b" l="l" r="r" t="t"/>
            <a:pathLst>
              <a:path extrusionOk="0" h="2344" w="2313">
                <a:moveTo>
                  <a:pt x="1173" y="0"/>
                </a:moveTo>
                <a:cubicBezTo>
                  <a:pt x="508" y="0"/>
                  <a:pt x="1" y="539"/>
                  <a:pt x="1" y="1172"/>
                </a:cubicBezTo>
                <a:cubicBezTo>
                  <a:pt x="1" y="1806"/>
                  <a:pt x="508" y="2344"/>
                  <a:pt x="1173" y="2344"/>
                </a:cubicBezTo>
                <a:cubicBezTo>
                  <a:pt x="1806" y="2344"/>
                  <a:pt x="2313" y="1806"/>
                  <a:pt x="2313" y="1172"/>
                </a:cubicBezTo>
                <a:cubicBezTo>
                  <a:pt x="2313" y="539"/>
                  <a:pt x="1806" y="0"/>
                  <a:pt x="117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28"/>
          <p:cNvSpPr/>
          <p:nvPr/>
        </p:nvSpPr>
        <p:spPr>
          <a:xfrm>
            <a:off x="3501949" y="2619878"/>
            <a:ext cx="70662" cy="70632"/>
          </a:xfrm>
          <a:custGeom>
            <a:rect b="b" l="l" r="r" t="t"/>
            <a:pathLst>
              <a:path extrusionOk="0" h="2312" w="2313">
                <a:moveTo>
                  <a:pt x="1173" y="0"/>
                </a:moveTo>
                <a:cubicBezTo>
                  <a:pt x="508" y="0"/>
                  <a:pt x="1" y="507"/>
                  <a:pt x="1" y="1172"/>
                </a:cubicBezTo>
                <a:cubicBezTo>
                  <a:pt x="1" y="1805"/>
                  <a:pt x="508" y="2312"/>
                  <a:pt x="1173" y="2312"/>
                </a:cubicBezTo>
                <a:cubicBezTo>
                  <a:pt x="1806" y="2312"/>
                  <a:pt x="2313" y="1805"/>
                  <a:pt x="2313" y="1172"/>
                </a:cubicBezTo>
                <a:cubicBezTo>
                  <a:pt x="2313" y="507"/>
                  <a:pt x="1806" y="0"/>
                  <a:pt x="1173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28"/>
          <p:cNvSpPr/>
          <p:nvPr/>
        </p:nvSpPr>
        <p:spPr>
          <a:xfrm>
            <a:off x="5286985" y="2762088"/>
            <a:ext cx="215775" cy="215775"/>
          </a:xfrm>
          <a:custGeom>
            <a:rect b="b" l="l" r="r" t="t"/>
            <a:pathLst>
              <a:path extrusionOk="0" h="7063" w="7063">
                <a:moveTo>
                  <a:pt x="3547" y="0"/>
                </a:moveTo>
                <a:cubicBezTo>
                  <a:pt x="1584" y="0"/>
                  <a:pt x="0" y="1584"/>
                  <a:pt x="0" y="3516"/>
                </a:cubicBezTo>
                <a:cubicBezTo>
                  <a:pt x="0" y="5479"/>
                  <a:pt x="1584" y="7063"/>
                  <a:pt x="3547" y="7063"/>
                </a:cubicBezTo>
                <a:cubicBezTo>
                  <a:pt x="5479" y="7063"/>
                  <a:pt x="7062" y="5479"/>
                  <a:pt x="7062" y="3516"/>
                </a:cubicBezTo>
                <a:cubicBezTo>
                  <a:pt x="7062" y="1584"/>
                  <a:pt x="5479" y="0"/>
                  <a:pt x="3547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28"/>
          <p:cNvSpPr/>
          <p:nvPr/>
        </p:nvSpPr>
        <p:spPr>
          <a:xfrm>
            <a:off x="5309225" y="2783382"/>
            <a:ext cx="171294" cy="172241"/>
          </a:xfrm>
          <a:custGeom>
            <a:rect b="b" l="l" r="r" t="t"/>
            <a:pathLst>
              <a:path extrusionOk="0" h="5638" w="5607">
                <a:moveTo>
                  <a:pt x="2819" y="0"/>
                </a:moveTo>
                <a:cubicBezTo>
                  <a:pt x="1236" y="0"/>
                  <a:pt x="1" y="1267"/>
                  <a:pt x="1" y="2819"/>
                </a:cubicBezTo>
                <a:cubicBezTo>
                  <a:pt x="1" y="4370"/>
                  <a:pt x="1236" y="5637"/>
                  <a:pt x="2819" y="5637"/>
                </a:cubicBezTo>
                <a:cubicBezTo>
                  <a:pt x="4371" y="5637"/>
                  <a:pt x="5606" y="4370"/>
                  <a:pt x="5606" y="2819"/>
                </a:cubicBezTo>
                <a:cubicBezTo>
                  <a:pt x="5606" y="1267"/>
                  <a:pt x="4371" y="0"/>
                  <a:pt x="2819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28"/>
          <p:cNvSpPr/>
          <p:nvPr/>
        </p:nvSpPr>
        <p:spPr>
          <a:xfrm>
            <a:off x="5356639" y="3056193"/>
            <a:ext cx="71609" cy="71640"/>
          </a:xfrm>
          <a:custGeom>
            <a:rect b="b" l="l" r="r" t="t"/>
            <a:pathLst>
              <a:path extrusionOk="0" h="2345" w="2344">
                <a:moveTo>
                  <a:pt x="1172" y="1"/>
                </a:moveTo>
                <a:cubicBezTo>
                  <a:pt x="539" y="1"/>
                  <a:pt x="0" y="539"/>
                  <a:pt x="0" y="1173"/>
                </a:cubicBezTo>
                <a:cubicBezTo>
                  <a:pt x="0" y="1806"/>
                  <a:pt x="539" y="2344"/>
                  <a:pt x="1172" y="2344"/>
                </a:cubicBezTo>
                <a:cubicBezTo>
                  <a:pt x="1806" y="2344"/>
                  <a:pt x="2344" y="1806"/>
                  <a:pt x="2344" y="1173"/>
                </a:cubicBezTo>
                <a:cubicBezTo>
                  <a:pt x="2344" y="539"/>
                  <a:pt x="1806" y="1"/>
                  <a:pt x="1172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28"/>
          <p:cNvSpPr/>
          <p:nvPr/>
        </p:nvSpPr>
        <p:spPr>
          <a:xfrm>
            <a:off x="5356639" y="3214870"/>
            <a:ext cx="71609" cy="70662"/>
          </a:xfrm>
          <a:custGeom>
            <a:rect b="b" l="l" r="r" t="t"/>
            <a:pathLst>
              <a:path extrusionOk="0" h="2313" w="2344">
                <a:moveTo>
                  <a:pt x="1172" y="1"/>
                </a:moveTo>
                <a:cubicBezTo>
                  <a:pt x="539" y="1"/>
                  <a:pt x="0" y="507"/>
                  <a:pt x="0" y="1172"/>
                </a:cubicBezTo>
                <a:cubicBezTo>
                  <a:pt x="0" y="1806"/>
                  <a:pt x="539" y="2312"/>
                  <a:pt x="1172" y="2312"/>
                </a:cubicBezTo>
                <a:cubicBezTo>
                  <a:pt x="1806" y="2312"/>
                  <a:pt x="2344" y="1806"/>
                  <a:pt x="2344" y="1172"/>
                </a:cubicBezTo>
                <a:cubicBezTo>
                  <a:pt x="2344" y="507"/>
                  <a:pt x="1806" y="1"/>
                  <a:pt x="1172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28"/>
          <p:cNvSpPr/>
          <p:nvPr/>
        </p:nvSpPr>
        <p:spPr>
          <a:xfrm>
            <a:off x="5356639" y="3372569"/>
            <a:ext cx="71609" cy="71640"/>
          </a:xfrm>
          <a:custGeom>
            <a:rect b="b" l="l" r="r" t="t"/>
            <a:pathLst>
              <a:path extrusionOk="0" h="2345" w="2344">
                <a:moveTo>
                  <a:pt x="1172" y="1"/>
                </a:moveTo>
                <a:cubicBezTo>
                  <a:pt x="539" y="1"/>
                  <a:pt x="0" y="539"/>
                  <a:pt x="0" y="1172"/>
                </a:cubicBezTo>
                <a:cubicBezTo>
                  <a:pt x="0" y="1806"/>
                  <a:pt x="539" y="2344"/>
                  <a:pt x="1172" y="2344"/>
                </a:cubicBezTo>
                <a:cubicBezTo>
                  <a:pt x="1806" y="2344"/>
                  <a:pt x="2344" y="1806"/>
                  <a:pt x="2344" y="1172"/>
                </a:cubicBezTo>
                <a:cubicBezTo>
                  <a:pt x="2344" y="539"/>
                  <a:pt x="1806" y="1"/>
                  <a:pt x="1172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28"/>
          <p:cNvSpPr/>
          <p:nvPr/>
        </p:nvSpPr>
        <p:spPr>
          <a:xfrm>
            <a:off x="5356639" y="3531246"/>
            <a:ext cx="71609" cy="70662"/>
          </a:xfrm>
          <a:custGeom>
            <a:rect b="b" l="l" r="r" t="t"/>
            <a:pathLst>
              <a:path extrusionOk="0" h="2313" w="2344">
                <a:moveTo>
                  <a:pt x="1172" y="0"/>
                </a:moveTo>
                <a:cubicBezTo>
                  <a:pt x="539" y="0"/>
                  <a:pt x="0" y="507"/>
                  <a:pt x="0" y="1172"/>
                </a:cubicBezTo>
                <a:cubicBezTo>
                  <a:pt x="0" y="1805"/>
                  <a:pt x="539" y="2312"/>
                  <a:pt x="1172" y="2312"/>
                </a:cubicBezTo>
                <a:cubicBezTo>
                  <a:pt x="1806" y="2312"/>
                  <a:pt x="2344" y="1805"/>
                  <a:pt x="2344" y="1172"/>
                </a:cubicBezTo>
                <a:cubicBezTo>
                  <a:pt x="2344" y="507"/>
                  <a:pt x="1806" y="0"/>
                  <a:pt x="1172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28"/>
          <p:cNvSpPr/>
          <p:nvPr/>
        </p:nvSpPr>
        <p:spPr>
          <a:xfrm>
            <a:off x="7148427" y="2762088"/>
            <a:ext cx="224481" cy="224481"/>
          </a:xfrm>
          <a:custGeom>
            <a:rect b="b" l="l" r="r" t="t"/>
            <a:pathLst>
              <a:path extrusionOk="0" h="7348" w="7348">
                <a:moveTo>
                  <a:pt x="3674" y="0"/>
                </a:moveTo>
                <a:cubicBezTo>
                  <a:pt x="1647" y="0"/>
                  <a:pt x="1" y="1647"/>
                  <a:pt x="1" y="3674"/>
                </a:cubicBezTo>
                <a:cubicBezTo>
                  <a:pt x="1" y="5701"/>
                  <a:pt x="1647" y="7348"/>
                  <a:pt x="3674" y="7348"/>
                </a:cubicBezTo>
                <a:cubicBezTo>
                  <a:pt x="5701" y="7348"/>
                  <a:pt x="7348" y="5701"/>
                  <a:pt x="7348" y="3674"/>
                </a:cubicBezTo>
                <a:cubicBezTo>
                  <a:pt x="7348" y="1647"/>
                  <a:pt x="5701" y="0"/>
                  <a:pt x="3674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28"/>
          <p:cNvSpPr/>
          <p:nvPr/>
        </p:nvSpPr>
        <p:spPr>
          <a:xfrm>
            <a:off x="7171645" y="2784329"/>
            <a:ext cx="179023" cy="179023"/>
          </a:xfrm>
          <a:custGeom>
            <a:rect b="b" l="l" r="r" t="t"/>
            <a:pathLst>
              <a:path extrusionOk="0" h="5860" w="5860">
                <a:moveTo>
                  <a:pt x="2914" y="1"/>
                </a:moveTo>
                <a:cubicBezTo>
                  <a:pt x="1299" y="1"/>
                  <a:pt x="1" y="1331"/>
                  <a:pt x="1" y="2946"/>
                </a:cubicBezTo>
                <a:cubicBezTo>
                  <a:pt x="1" y="4561"/>
                  <a:pt x="1299" y="5860"/>
                  <a:pt x="2914" y="5860"/>
                </a:cubicBezTo>
                <a:cubicBezTo>
                  <a:pt x="4529" y="5860"/>
                  <a:pt x="5859" y="4561"/>
                  <a:pt x="5859" y="2946"/>
                </a:cubicBezTo>
                <a:cubicBezTo>
                  <a:pt x="5859" y="1331"/>
                  <a:pt x="4529" y="1"/>
                  <a:pt x="2914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28"/>
          <p:cNvSpPr/>
          <p:nvPr/>
        </p:nvSpPr>
        <p:spPr>
          <a:xfrm>
            <a:off x="7216156" y="2144825"/>
            <a:ext cx="70662" cy="71640"/>
          </a:xfrm>
          <a:custGeom>
            <a:rect b="b" l="l" r="r" t="t"/>
            <a:pathLst>
              <a:path extrusionOk="0" h="2345" w="2313">
                <a:moveTo>
                  <a:pt x="1172" y="1"/>
                </a:moveTo>
                <a:cubicBezTo>
                  <a:pt x="507" y="1"/>
                  <a:pt x="0" y="539"/>
                  <a:pt x="0" y="1172"/>
                </a:cubicBezTo>
                <a:cubicBezTo>
                  <a:pt x="0" y="1806"/>
                  <a:pt x="507" y="2344"/>
                  <a:pt x="1172" y="2344"/>
                </a:cubicBezTo>
                <a:cubicBezTo>
                  <a:pt x="1806" y="2344"/>
                  <a:pt x="2312" y="1806"/>
                  <a:pt x="2312" y="1172"/>
                </a:cubicBezTo>
                <a:cubicBezTo>
                  <a:pt x="2312" y="539"/>
                  <a:pt x="1806" y="1"/>
                  <a:pt x="1172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28"/>
          <p:cNvSpPr/>
          <p:nvPr/>
        </p:nvSpPr>
        <p:spPr>
          <a:xfrm>
            <a:off x="7216156" y="2303502"/>
            <a:ext cx="70662" cy="70662"/>
          </a:xfrm>
          <a:custGeom>
            <a:rect b="b" l="l" r="r" t="t"/>
            <a:pathLst>
              <a:path extrusionOk="0" h="2313" w="2313">
                <a:moveTo>
                  <a:pt x="1172" y="0"/>
                </a:moveTo>
                <a:cubicBezTo>
                  <a:pt x="507" y="0"/>
                  <a:pt x="0" y="507"/>
                  <a:pt x="0" y="1172"/>
                </a:cubicBezTo>
                <a:cubicBezTo>
                  <a:pt x="0" y="1806"/>
                  <a:pt x="507" y="2312"/>
                  <a:pt x="1172" y="2312"/>
                </a:cubicBezTo>
                <a:cubicBezTo>
                  <a:pt x="1806" y="2312"/>
                  <a:pt x="2312" y="1806"/>
                  <a:pt x="2312" y="1172"/>
                </a:cubicBezTo>
                <a:cubicBezTo>
                  <a:pt x="2312" y="507"/>
                  <a:pt x="1806" y="0"/>
                  <a:pt x="1172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28"/>
          <p:cNvSpPr/>
          <p:nvPr/>
        </p:nvSpPr>
        <p:spPr>
          <a:xfrm>
            <a:off x="7216156" y="2461201"/>
            <a:ext cx="70662" cy="71609"/>
          </a:xfrm>
          <a:custGeom>
            <a:rect b="b" l="l" r="r" t="t"/>
            <a:pathLst>
              <a:path extrusionOk="0" h="2344" w="2313">
                <a:moveTo>
                  <a:pt x="1172" y="0"/>
                </a:moveTo>
                <a:cubicBezTo>
                  <a:pt x="507" y="0"/>
                  <a:pt x="0" y="539"/>
                  <a:pt x="0" y="1172"/>
                </a:cubicBezTo>
                <a:cubicBezTo>
                  <a:pt x="0" y="1806"/>
                  <a:pt x="507" y="2344"/>
                  <a:pt x="1172" y="2344"/>
                </a:cubicBezTo>
                <a:cubicBezTo>
                  <a:pt x="1806" y="2344"/>
                  <a:pt x="2312" y="1806"/>
                  <a:pt x="2312" y="1172"/>
                </a:cubicBezTo>
                <a:cubicBezTo>
                  <a:pt x="2312" y="539"/>
                  <a:pt x="1806" y="0"/>
                  <a:pt x="1172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28"/>
          <p:cNvSpPr/>
          <p:nvPr/>
        </p:nvSpPr>
        <p:spPr>
          <a:xfrm>
            <a:off x="7216156" y="2619878"/>
            <a:ext cx="70662" cy="70632"/>
          </a:xfrm>
          <a:custGeom>
            <a:rect b="b" l="l" r="r" t="t"/>
            <a:pathLst>
              <a:path extrusionOk="0" h="2312" w="2313">
                <a:moveTo>
                  <a:pt x="1172" y="0"/>
                </a:moveTo>
                <a:cubicBezTo>
                  <a:pt x="507" y="0"/>
                  <a:pt x="0" y="507"/>
                  <a:pt x="0" y="1172"/>
                </a:cubicBezTo>
                <a:cubicBezTo>
                  <a:pt x="0" y="1805"/>
                  <a:pt x="507" y="2312"/>
                  <a:pt x="1172" y="2312"/>
                </a:cubicBezTo>
                <a:cubicBezTo>
                  <a:pt x="1806" y="2312"/>
                  <a:pt x="2312" y="1805"/>
                  <a:pt x="2312" y="1172"/>
                </a:cubicBezTo>
                <a:cubicBezTo>
                  <a:pt x="2312" y="507"/>
                  <a:pt x="1806" y="0"/>
                  <a:pt x="1172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28"/>
          <p:cNvSpPr txBox="1"/>
          <p:nvPr/>
        </p:nvSpPr>
        <p:spPr>
          <a:xfrm>
            <a:off x="794064" y="3845700"/>
            <a:ext cx="17652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Données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88" name="Google Shape;288;p28"/>
          <p:cNvSpPr txBox="1"/>
          <p:nvPr/>
        </p:nvSpPr>
        <p:spPr>
          <a:xfrm>
            <a:off x="764550" y="4106400"/>
            <a:ext cx="17652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fontScale="77500" lnSpcReduction="20000"/>
          </a:bodyPr>
          <a:lstStyle/>
          <a:p>
            <a:pPr indent="-282733" lvl="0" marL="457200" rtl="0" algn="l">
              <a:spcBef>
                <a:spcPts val="0"/>
              </a:spcBef>
              <a:spcAft>
                <a:spcPts val="0"/>
              </a:spcAft>
              <a:buSzPct val="100000"/>
              <a:buFont typeface="Roboto"/>
              <a:buChar char="●"/>
            </a:pPr>
            <a:r>
              <a:rPr lang="en" sz="1100">
                <a:latin typeface="Roboto"/>
                <a:ea typeface="Roboto"/>
                <a:cs typeface="Roboto"/>
                <a:sym typeface="Roboto"/>
              </a:rPr>
              <a:t>Definition mission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  <a:p>
            <a:pPr indent="-282733" lvl="0" marL="457200" rtl="0" algn="l">
              <a:spcBef>
                <a:spcPts val="0"/>
              </a:spcBef>
              <a:spcAft>
                <a:spcPts val="0"/>
              </a:spcAft>
              <a:buSzPct val="100000"/>
              <a:buFont typeface="Roboto"/>
              <a:buChar char="●"/>
            </a:pPr>
            <a:r>
              <a:rPr lang="en" sz="1100">
                <a:latin typeface="Roboto"/>
                <a:ea typeface="Roboto"/>
                <a:cs typeface="Roboto"/>
                <a:sym typeface="Roboto"/>
              </a:rPr>
              <a:t>Analyse des données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  <a:p>
            <a:pPr indent="-282733" lvl="0" marL="457200" rtl="0" algn="l">
              <a:spcBef>
                <a:spcPts val="0"/>
              </a:spcBef>
              <a:spcAft>
                <a:spcPts val="0"/>
              </a:spcAft>
              <a:buSzPct val="100000"/>
              <a:buFont typeface="Roboto"/>
              <a:buChar char="●"/>
            </a:pPr>
            <a:r>
              <a:rPr lang="en" sz="1100">
                <a:latin typeface="Roboto"/>
                <a:ea typeface="Roboto"/>
                <a:cs typeface="Roboto"/>
                <a:sym typeface="Roboto"/>
              </a:rPr>
              <a:t>Exploration</a:t>
            </a:r>
            <a:endParaRPr sz="11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9" name="Google Shape;289;p28"/>
          <p:cNvSpPr txBox="1"/>
          <p:nvPr/>
        </p:nvSpPr>
        <p:spPr>
          <a:xfrm>
            <a:off x="2635563" y="1378084"/>
            <a:ext cx="17652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Traitement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90" name="Google Shape;290;p28"/>
          <p:cNvSpPr txBox="1"/>
          <p:nvPr/>
        </p:nvSpPr>
        <p:spPr>
          <a:xfrm>
            <a:off x="2635563" y="1638782"/>
            <a:ext cx="1765200" cy="35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Feature Engineering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1" name="Google Shape;291;p28"/>
          <p:cNvSpPr txBox="1"/>
          <p:nvPr/>
        </p:nvSpPr>
        <p:spPr>
          <a:xfrm>
            <a:off x="4502724" y="3714500"/>
            <a:ext cx="17652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Prévisions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92" name="Google Shape;292;p28"/>
          <p:cNvSpPr txBox="1"/>
          <p:nvPr/>
        </p:nvSpPr>
        <p:spPr>
          <a:xfrm>
            <a:off x="4502725" y="3975201"/>
            <a:ext cx="1937100" cy="48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fontScale="85000"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Modelisation de nos targets: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Consommation/Emission CO2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3" name="Google Shape;293;p28"/>
          <p:cNvSpPr txBox="1"/>
          <p:nvPr/>
        </p:nvSpPr>
        <p:spPr>
          <a:xfrm>
            <a:off x="6372036" y="1378079"/>
            <a:ext cx="1765200" cy="2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ra Sans Medium"/>
                <a:ea typeface="Fira Sans Medium"/>
                <a:cs typeface="Fira Sans Medium"/>
                <a:sym typeface="Fira Sans Medium"/>
              </a:rPr>
              <a:t>Conclusions</a:t>
            </a:r>
            <a:endParaRPr>
              <a:latin typeface="Fira Sans Medium"/>
              <a:ea typeface="Fira Sans Medium"/>
              <a:cs typeface="Fira Sans Medium"/>
              <a:sym typeface="Fira Sans Medium"/>
            </a:endParaRPr>
          </a:p>
        </p:txBody>
      </p:sp>
      <p:sp>
        <p:nvSpPr>
          <p:cNvPr id="294" name="Google Shape;294;p28"/>
          <p:cNvSpPr txBox="1"/>
          <p:nvPr/>
        </p:nvSpPr>
        <p:spPr>
          <a:xfrm>
            <a:off x="6372036" y="1638775"/>
            <a:ext cx="1765200" cy="35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295" name="Google Shape;295;p28"/>
          <p:cNvGrpSpPr/>
          <p:nvPr/>
        </p:nvGrpSpPr>
        <p:grpSpPr>
          <a:xfrm>
            <a:off x="3262961" y="3599423"/>
            <a:ext cx="548650" cy="548657"/>
            <a:chOff x="2486628" y="2743153"/>
            <a:chExt cx="389860" cy="389782"/>
          </a:xfrm>
        </p:grpSpPr>
        <p:sp>
          <p:nvSpPr>
            <p:cNvPr id="296" name="Google Shape;296;p28"/>
            <p:cNvSpPr/>
            <p:nvPr/>
          </p:nvSpPr>
          <p:spPr>
            <a:xfrm>
              <a:off x="2492810" y="2749257"/>
              <a:ext cx="287281" cy="287281"/>
            </a:xfrm>
            <a:custGeom>
              <a:rect b="b" l="l" r="r" t="t"/>
              <a:pathLst>
                <a:path extrusionOk="0" h="10967" w="10967">
                  <a:moveTo>
                    <a:pt x="5144" y="0"/>
                  </a:moveTo>
                  <a:cubicBezTo>
                    <a:pt x="4908" y="0"/>
                    <a:pt x="4702" y="168"/>
                    <a:pt x="4658" y="401"/>
                  </a:cubicBezTo>
                  <a:lnTo>
                    <a:pt x="4407" y="1645"/>
                  </a:lnTo>
                  <a:cubicBezTo>
                    <a:pt x="4102" y="1731"/>
                    <a:pt x="3808" y="1851"/>
                    <a:pt x="3530" y="2009"/>
                  </a:cubicBezTo>
                  <a:lnTo>
                    <a:pt x="2475" y="1306"/>
                  </a:lnTo>
                  <a:cubicBezTo>
                    <a:pt x="2390" y="1249"/>
                    <a:pt x="2293" y="1221"/>
                    <a:pt x="2197" y="1221"/>
                  </a:cubicBezTo>
                  <a:cubicBezTo>
                    <a:pt x="2068" y="1221"/>
                    <a:pt x="1940" y="1271"/>
                    <a:pt x="1844" y="1368"/>
                  </a:cubicBezTo>
                  <a:lnTo>
                    <a:pt x="1364" y="1847"/>
                  </a:lnTo>
                  <a:cubicBezTo>
                    <a:pt x="1196" y="2015"/>
                    <a:pt x="1172" y="2276"/>
                    <a:pt x="1303" y="2475"/>
                  </a:cubicBezTo>
                  <a:lnTo>
                    <a:pt x="2005" y="3530"/>
                  </a:lnTo>
                  <a:cubicBezTo>
                    <a:pt x="1851" y="3808"/>
                    <a:pt x="1728" y="4102"/>
                    <a:pt x="1642" y="4407"/>
                  </a:cubicBezTo>
                  <a:lnTo>
                    <a:pt x="401" y="4657"/>
                  </a:lnTo>
                  <a:cubicBezTo>
                    <a:pt x="168" y="4702"/>
                    <a:pt x="1" y="4908"/>
                    <a:pt x="1" y="5144"/>
                  </a:cubicBezTo>
                  <a:lnTo>
                    <a:pt x="1" y="5823"/>
                  </a:lnTo>
                  <a:cubicBezTo>
                    <a:pt x="1" y="6059"/>
                    <a:pt x="168" y="6265"/>
                    <a:pt x="401" y="6313"/>
                  </a:cubicBezTo>
                  <a:lnTo>
                    <a:pt x="1642" y="6559"/>
                  </a:lnTo>
                  <a:cubicBezTo>
                    <a:pt x="1728" y="6864"/>
                    <a:pt x="1851" y="7159"/>
                    <a:pt x="2005" y="7437"/>
                  </a:cubicBezTo>
                  <a:lnTo>
                    <a:pt x="1303" y="8492"/>
                  </a:lnTo>
                  <a:cubicBezTo>
                    <a:pt x="1172" y="8691"/>
                    <a:pt x="1196" y="8951"/>
                    <a:pt x="1364" y="9123"/>
                  </a:cubicBezTo>
                  <a:lnTo>
                    <a:pt x="1844" y="9602"/>
                  </a:lnTo>
                  <a:cubicBezTo>
                    <a:pt x="1941" y="9697"/>
                    <a:pt x="2069" y="9746"/>
                    <a:pt x="2198" y="9746"/>
                  </a:cubicBezTo>
                  <a:cubicBezTo>
                    <a:pt x="2294" y="9746"/>
                    <a:pt x="2390" y="9719"/>
                    <a:pt x="2475" y="9664"/>
                  </a:cubicBezTo>
                  <a:lnTo>
                    <a:pt x="3530" y="8958"/>
                  </a:lnTo>
                  <a:cubicBezTo>
                    <a:pt x="3808" y="9116"/>
                    <a:pt x="4099" y="9239"/>
                    <a:pt x="4407" y="9325"/>
                  </a:cubicBezTo>
                  <a:lnTo>
                    <a:pt x="4654" y="10565"/>
                  </a:lnTo>
                  <a:cubicBezTo>
                    <a:pt x="4702" y="10798"/>
                    <a:pt x="4908" y="10966"/>
                    <a:pt x="5144" y="10966"/>
                  </a:cubicBezTo>
                  <a:lnTo>
                    <a:pt x="5823" y="10966"/>
                  </a:lnTo>
                  <a:cubicBezTo>
                    <a:pt x="6059" y="10966"/>
                    <a:pt x="6265" y="10798"/>
                    <a:pt x="6309" y="10565"/>
                  </a:cubicBezTo>
                  <a:lnTo>
                    <a:pt x="6559" y="9325"/>
                  </a:lnTo>
                  <a:cubicBezTo>
                    <a:pt x="6864" y="9239"/>
                    <a:pt x="7159" y="9116"/>
                    <a:pt x="7437" y="8958"/>
                  </a:cubicBezTo>
                  <a:lnTo>
                    <a:pt x="8492" y="9664"/>
                  </a:lnTo>
                  <a:cubicBezTo>
                    <a:pt x="8575" y="9719"/>
                    <a:pt x="8670" y="9746"/>
                    <a:pt x="8766" y="9746"/>
                  </a:cubicBezTo>
                  <a:cubicBezTo>
                    <a:pt x="8894" y="9746"/>
                    <a:pt x="9023" y="9697"/>
                    <a:pt x="9119" y="9602"/>
                  </a:cubicBezTo>
                  <a:lnTo>
                    <a:pt x="9599" y="9123"/>
                  </a:lnTo>
                  <a:cubicBezTo>
                    <a:pt x="9767" y="8951"/>
                    <a:pt x="9794" y="8691"/>
                    <a:pt x="9664" y="8492"/>
                  </a:cubicBezTo>
                  <a:lnTo>
                    <a:pt x="8958" y="7437"/>
                  </a:lnTo>
                  <a:cubicBezTo>
                    <a:pt x="9116" y="7159"/>
                    <a:pt x="9236" y="6864"/>
                    <a:pt x="9321" y="6559"/>
                  </a:cubicBezTo>
                  <a:lnTo>
                    <a:pt x="10565" y="6313"/>
                  </a:lnTo>
                  <a:cubicBezTo>
                    <a:pt x="10798" y="6265"/>
                    <a:pt x="10966" y="6059"/>
                    <a:pt x="10966" y="5823"/>
                  </a:cubicBezTo>
                  <a:lnTo>
                    <a:pt x="10966" y="5144"/>
                  </a:lnTo>
                  <a:cubicBezTo>
                    <a:pt x="10966" y="4908"/>
                    <a:pt x="10798" y="4702"/>
                    <a:pt x="10565" y="4657"/>
                  </a:cubicBezTo>
                  <a:lnTo>
                    <a:pt x="9321" y="4407"/>
                  </a:lnTo>
                  <a:cubicBezTo>
                    <a:pt x="9236" y="4102"/>
                    <a:pt x="9116" y="3808"/>
                    <a:pt x="8958" y="3530"/>
                  </a:cubicBezTo>
                  <a:lnTo>
                    <a:pt x="9661" y="2478"/>
                  </a:lnTo>
                  <a:cubicBezTo>
                    <a:pt x="9794" y="2279"/>
                    <a:pt x="9767" y="2015"/>
                    <a:pt x="9599" y="1847"/>
                  </a:cubicBezTo>
                  <a:lnTo>
                    <a:pt x="9119" y="1368"/>
                  </a:lnTo>
                  <a:cubicBezTo>
                    <a:pt x="9023" y="1271"/>
                    <a:pt x="8896" y="1221"/>
                    <a:pt x="8768" y="1221"/>
                  </a:cubicBezTo>
                  <a:cubicBezTo>
                    <a:pt x="8673" y="1221"/>
                    <a:pt x="8577" y="1249"/>
                    <a:pt x="8492" y="1306"/>
                  </a:cubicBezTo>
                  <a:lnTo>
                    <a:pt x="7437" y="2009"/>
                  </a:lnTo>
                  <a:cubicBezTo>
                    <a:pt x="7159" y="1851"/>
                    <a:pt x="6864" y="1731"/>
                    <a:pt x="6559" y="1645"/>
                  </a:cubicBezTo>
                  <a:lnTo>
                    <a:pt x="6313" y="401"/>
                  </a:lnTo>
                  <a:cubicBezTo>
                    <a:pt x="6265" y="168"/>
                    <a:pt x="6059" y="0"/>
                    <a:pt x="5823" y="0"/>
                  </a:cubicBezTo>
                  <a:close/>
                </a:path>
              </a:pathLst>
            </a:custGeom>
            <a:solidFill>
              <a:srgbClr val="D4DDE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" name="Google Shape;297;p28"/>
            <p:cNvSpPr/>
            <p:nvPr/>
          </p:nvSpPr>
          <p:spPr>
            <a:xfrm>
              <a:off x="2568382" y="2829859"/>
              <a:ext cx="131080" cy="126129"/>
            </a:xfrm>
            <a:custGeom>
              <a:rect b="b" l="l" r="r" t="t"/>
              <a:pathLst>
                <a:path extrusionOk="0" h="4815" w="5004">
                  <a:moveTo>
                    <a:pt x="2598" y="1"/>
                  </a:moveTo>
                  <a:cubicBezTo>
                    <a:pt x="1625" y="1"/>
                    <a:pt x="744" y="587"/>
                    <a:pt x="374" y="1484"/>
                  </a:cubicBezTo>
                  <a:cubicBezTo>
                    <a:pt x="1" y="2386"/>
                    <a:pt x="206" y="3421"/>
                    <a:pt x="895" y="4109"/>
                  </a:cubicBezTo>
                  <a:cubicBezTo>
                    <a:pt x="1356" y="4570"/>
                    <a:pt x="1971" y="4814"/>
                    <a:pt x="2596" y="4814"/>
                  </a:cubicBezTo>
                  <a:cubicBezTo>
                    <a:pt x="2906" y="4814"/>
                    <a:pt x="3219" y="4754"/>
                    <a:pt x="3517" y="4630"/>
                  </a:cubicBezTo>
                  <a:cubicBezTo>
                    <a:pt x="4418" y="4257"/>
                    <a:pt x="5004" y="3379"/>
                    <a:pt x="5004" y="2406"/>
                  </a:cubicBezTo>
                  <a:cubicBezTo>
                    <a:pt x="5004" y="1077"/>
                    <a:pt x="3928" y="1"/>
                    <a:pt x="2598" y="1"/>
                  </a:cubicBezTo>
                  <a:close/>
                </a:path>
              </a:pathLst>
            </a:custGeom>
            <a:solidFill>
              <a:srgbClr val="A5B7C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" name="Google Shape;298;p28"/>
            <p:cNvSpPr/>
            <p:nvPr/>
          </p:nvSpPr>
          <p:spPr>
            <a:xfrm>
              <a:off x="2594525" y="2861555"/>
              <a:ext cx="73267" cy="62737"/>
            </a:xfrm>
            <a:custGeom>
              <a:rect b="b" l="l" r="r" t="t"/>
              <a:pathLst>
                <a:path extrusionOk="0" h="2395" w="2797">
                  <a:moveTo>
                    <a:pt x="1600" y="0"/>
                  </a:moveTo>
                  <a:cubicBezTo>
                    <a:pt x="535" y="0"/>
                    <a:pt x="0" y="1289"/>
                    <a:pt x="754" y="2043"/>
                  </a:cubicBezTo>
                  <a:cubicBezTo>
                    <a:pt x="983" y="2272"/>
                    <a:pt x="1290" y="2394"/>
                    <a:pt x="1601" y="2394"/>
                  </a:cubicBezTo>
                  <a:cubicBezTo>
                    <a:pt x="1754" y="2394"/>
                    <a:pt x="1909" y="2364"/>
                    <a:pt x="2056" y="2303"/>
                  </a:cubicBezTo>
                  <a:cubicBezTo>
                    <a:pt x="2505" y="2118"/>
                    <a:pt x="2796" y="1679"/>
                    <a:pt x="2796" y="1196"/>
                  </a:cubicBezTo>
                  <a:cubicBezTo>
                    <a:pt x="2796" y="535"/>
                    <a:pt x="2262" y="0"/>
                    <a:pt x="1600" y="0"/>
                  </a:cubicBezTo>
                  <a:close/>
                </a:path>
              </a:pathLst>
            </a:custGeom>
            <a:solidFill>
              <a:srgbClr val="697D9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" name="Google Shape;299;p28"/>
            <p:cNvSpPr/>
            <p:nvPr/>
          </p:nvSpPr>
          <p:spPr>
            <a:xfrm>
              <a:off x="2605029" y="2862995"/>
              <a:ext cx="43719" cy="59803"/>
            </a:xfrm>
            <a:custGeom>
              <a:rect b="b" l="l" r="r" t="t"/>
              <a:pathLst>
                <a:path extrusionOk="0" h="2283" w="1669">
                  <a:moveTo>
                    <a:pt x="836" y="0"/>
                  </a:moveTo>
                  <a:cubicBezTo>
                    <a:pt x="339" y="158"/>
                    <a:pt x="0" y="620"/>
                    <a:pt x="0" y="1141"/>
                  </a:cubicBezTo>
                  <a:cubicBezTo>
                    <a:pt x="0" y="1662"/>
                    <a:pt x="339" y="2125"/>
                    <a:pt x="836" y="2282"/>
                  </a:cubicBezTo>
                  <a:cubicBezTo>
                    <a:pt x="1330" y="2125"/>
                    <a:pt x="1669" y="1662"/>
                    <a:pt x="1669" y="1141"/>
                  </a:cubicBezTo>
                  <a:cubicBezTo>
                    <a:pt x="1669" y="620"/>
                    <a:pt x="1330" y="161"/>
                    <a:pt x="836" y="0"/>
                  </a:cubicBezTo>
                  <a:close/>
                </a:path>
              </a:pathLst>
            </a:custGeom>
            <a:solidFill>
              <a:srgbClr val="6A7F9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" name="Google Shape;300;p28"/>
            <p:cNvSpPr/>
            <p:nvPr/>
          </p:nvSpPr>
          <p:spPr>
            <a:xfrm>
              <a:off x="2681597" y="2938018"/>
              <a:ext cx="188787" cy="188892"/>
            </a:xfrm>
            <a:custGeom>
              <a:rect b="b" l="l" r="r" t="t"/>
              <a:pathLst>
                <a:path extrusionOk="0" h="7211" w="7207">
                  <a:moveTo>
                    <a:pt x="3382" y="1"/>
                  </a:moveTo>
                  <a:cubicBezTo>
                    <a:pt x="3225" y="1"/>
                    <a:pt x="3091" y="111"/>
                    <a:pt x="3060" y="265"/>
                  </a:cubicBezTo>
                  <a:lnTo>
                    <a:pt x="2896" y="1080"/>
                  </a:lnTo>
                  <a:cubicBezTo>
                    <a:pt x="2697" y="1139"/>
                    <a:pt x="2502" y="1217"/>
                    <a:pt x="2320" y="1320"/>
                  </a:cubicBezTo>
                  <a:lnTo>
                    <a:pt x="1628" y="858"/>
                  </a:lnTo>
                  <a:cubicBezTo>
                    <a:pt x="1572" y="821"/>
                    <a:pt x="1509" y="803"/>
                    <a:pt x="1447" y="803"/>
                  </a:cubicBezTo>
                  <a:cubicBezTo>
                    <a:pt x="1363" y="803"/>
                    <a:pt x="1280" y="836"/>
                    <a:pt x="1217" y="899"/>
                  </a:cubicBezTo>
                  <a:lnTo>
                    <a:pt x="901" y="1214"/>
                  </a:lnTo>
                  <a:cubicBezTo>
                    <a:pt x="788" y="1324"/>
                    <a:pt x="771" y="1498"/>
                    <a:pt x="857" y="1629"/>
                  </a:cubicBezTo>
                  <a:lnTo>
                    <a:pt x="1319" y="2321"/>
                  </a:lnTo>
                  <a:cubicBezTo>
                    <a:pt x="1217" y="2503"/>
                    <a:pt x="1138" y="2698"/>
                    <a:pt x="1080" y="2897"/>
                  </a:cubicBezTo>
                  <a:lnTo>
                    <a:pt x="264" y="3061"/>
                  </a:lnTo>
                  <a:cubicBezTo>
                    <a:pt x="110" y="3092"/>
                    <a:pt x="0" y="3226"/>
                    <a:pt x="0" y="3383"/>
                  </a:cubicBezTo>
                  <a:lnTo>
                    <a:pt x="0" y="3829"/>
                  </a:lnTo>
                  <a:cubicBezTo>
                    <a:pt x="0" y="3983"/>
                    <a:pt x="110" y="4117"/>
                    <a:pt x="264" y="4147"/>
                  </a:cubicBezTo>
                  <a:lnTo>
                    <a:pt x="1080" y="4315"/>
                  </a:lnTo>
                  <a:cubicBezTo>
                    <a:pt x="1134" y="4514"/>
                    <a:pt x="1213" y="4709"/>
                    <a:pt x="1313" y="4891"/>
                  </a:cubicBezTo>
                  <a:lnTo>
                    <a:pt x="853" y="5583"/>
                  </a:lnTo>
                  <a:cubicBezTo>
                    <a:pt x="768" y="5713"/>
                    <a:pt x="785" y="5888"/>
                    <a:pt x="894" y="5998"/>
                  </a:cubicBezTo>
                  <a:lnTo>
                    <a:pt x="1210" y="6313"/>
                  </a:lnTo>
                  <a:cubicBezTo>
                    <a:pt x="1273" y="6376"/>
                    <a:pt x="1357" y="6409"/>
                    <a:pt x="1442" y="6409"/>
                  </a:cubicBezTo>
                  <a:cubicBezTo>
                    <a:pt x="1505" y="6409"/>
                    <a:pt x="1569" y="6391"/>
                    <a:pt x="1624" y="6354"/>
                  </a:cubicBezTo>
                  <a:lnTo>
                    <a:pt x="2317" y="5892"/>
                  </a:lnTo>
                  <a:cubicBezTo>
                    <a:pt x="2498" y="5994"/>
                    <a:pt x="2694" y="6077"/>
                    <a:pt x="2892" y="6131"/>
                  </a:cubicBezTo>
                  <a:lnTo>
                    <a:pt x="3057" y="6947"/>
                  </a:lnTo>
                  <a:cubicBezTo>
                    <a:pt x="3088" y="7101"/>
                    <a:pt x="3221" y="7211"/>
                    <a:pt x="3379" y="7211"/>
                  </a:cubicBezTo>
                  <a:lnTo>
                    <a:pt x="3824" y="7211"/>
                  </a:lnTo>
                  <a:cubicBezTo>
                    <a:pt x="3979" y="7211"/>
                    <a:pt x="4112" y="7101"/>
                    <a:pt x="4143" y="6947"/>
                  </a:cubicBezTo>
                  <a:lnTo>
                    <a:pt x="4308" y="6131"/>
                  </a:lnTo>
                  <a:cubicBezTo>
                    <a:pt x="4510" y="6077"/>
                    <a:pt x="4702" y="5994"/>
                    <a:pt x="4883" y="5892"/>
                  </a:cubicBezTo>
                  <a:lnTo>
                    <a:pt x="5579" y="6354"/>
                  </a:lnTo>
                  <a:cubicBezTo>
                    <a:pt x="5634" y="6391"/>
                    <a:pt x="5697" y="6409"/>
                    <a:pt x="5760" y="6409"/>
                  </a:cubicBezTo>
                  <a:cubicBezTo>
                    <a:pt x="5844" y="6409"/>
                    <a:pt x="5927" y="6376"/>
                    <a:pt x="5990" y="6313"/>
                  </a:cubicBezTo>
                  <a:lnTo>
                    <a:pt x="6305" y="5998"/>
                  </a:lnTo>
                  <a:cubicBezTo>
                    <a:pt x="6418" y="5888"/>
                    <a:pt x="6436" y="5713"/>
                    <a:pt x="6350" y="5583"/>
                  </a:cubicBezTo>
                  <a:lnTo>
                    <a:pt x="5887" y="4891"/>
                  </a:lnTo>
                  <a:cubicBezTo>
                    <a:pt x="5990" y="4709"/>
                    <a:pt x="6069" y="4514"/>
                    <a:pt x="6127" y="4315"/>
                  </a:cubicBezTo>
                  <a:lnTo>
                    <a:pt x="6943" y="4147"/>
                  </a:lnTo>
                  <a:cubicBezTo>
                    <a:pt x="7097" y="4117"/>
                    <a:pt x="7207" y="3983"/>
                    <a:pt x="7207" y="3829"/>
                  </a:cubicBezTo>
                  <a:lnTo>
                    <a:pt x="7207" y="3383"/>
                  </a:lnTo>
                  <a:cubicBezTo>
                    <a:pt x="7207" y="3229"/>
                    <a:pt x="7097" y="3095"/>
                    <a:pt x="6946" y="3061"/>
                  </a:cubicBezTo>
                  <a:lnTo>
                    <a:pt x="6131" y="2900"/>
                  </a:lnTo>
                  <a:cubicBezTo>
                    <a:pt x="6072" y="2698"/>
                    <a:pt x="5994" y="2506"/>
                    <a:pt x="5891" y="2324"/>
                  </a:cubicBezTo>
                  <a:lnTo>
                    <a:pt x="6353" y="1629"/>
                  </a:lnTo>
                  <a:cubicBezTo>
                    <a:pt x="6439" y="1498"/>
                    <a:pt x="6422" y="1327"/>
                    <a:pt x="6309" y="1217"/>
                  </a:cubicBezTo>
                  <a:lnTo>
                    <a:pt x="5994" y="902"/>
                  </a:lnTo>
                  <a:cubicBezTo>
                    <a:pt x="5930" y="837"/>
                    <a:pt x="5846" y="804"/>
                    <a:pt x="5762" y="804"/>
                  </a:cubicBezTo>
                  <a:cubicBezTo>
                    <a:pt x="5700" y="804"/>
                    <a:pt x="5637" y="821"/>
                    <a:pt x="5582" y="858"/>
                  </a:cubicBezTo>
                  <a:lnTo>
                    <a:pt x="4887" y="1320"/>
                  </a:lnTo>
                  <a:cubicBezTo>
                    <a:pt x="4705" y="1217"/>
                    <a:pt x="4513" y="1139"/>
                    <a:pt x="4311" y="1080"/>
                  </a:cubicBezTo>
                  <a:lnTo>
                    <a:pt x="4146" y="265"/>
                  </a:lnTo>
                  <a:cubicBezTo>
                    <a:pt x="4116" y="111"/>
                    <a:pt x="3982" y="1"/>
                    <a:pt x="3828" y="1"/>
                  </a:cubicBezTo>
                  <a:close/>
                </a:path>
              </a:pathLst>
            </a:custGeom>
            <a:solidFill>
              <a:srgbClr val="8192A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" name="Google Shape;301;p28"/>
            <p:cNvSpPr/>
            <p:nvPr/>
          </p:nvSpPr>
          <p:spPr>
            <a:xfrm>
              <a:off x="2725028" y="2985247"/>
              <a:ext cx="98153" cy="94407"/>
            </a:xfrm>
            <a:custGeom>
              <a:rect b="b" l="l" r="r" t="t"/>
              <a:pathLst>
                <a:path extrusionOk="0" h="3604" w="3747">
                  <a:moveTo>
                    <a:pt x="1944" y="0"/>
                  </a:moveTo>
                  <a:cubicBezTo>
                    <a:pt x="1217" y="0"/>
                    <a:pt x="559" y="439"/>
                    <a:pt x="282" y="1111"/>
                  </a:cubicBezTo>
                  <a:cubicBezTo>
                    <a:pt x="1" y="1786"/>
                    <a:pt x="155" y="2560"/>
                    <a:pt x="672" y="3074"/>
                  </a:cubicBezTo>
                  <a:cubicBezTo>
                    <a:pt x="1016" y="3420"/>
                    <a:pt x="1475" y="3604"/>
                    <a:pt x="1943" y="3604"/>
                  </a:cubicBezTo>
                  <a:cubicBezTo>
                    <a:pt x="2175" y="3604"/>
                    <a:pt x="2409" y="3558"/>
                    <a:pt x="2632" y="3465"/>
                  </a:cubicBezTo>
                  <a:cubicBezTo>
                    <a:pt x="3307" y="3187"/>
                    <a:pt x="3746" y="2529"/>
                    <a:pt x="3746" y="1803"/>
                  </a:cubicBezTo>
                  <a:cubicBezTo>
                    <a:pt x="3746" y="806"/>
                    <a:pt x="2941" y="0"/>
                    <a:pt x="1944" y="0"/>
                  </a:cubicBezTo>
                  <a:close/>
                </a:path>
              </a:pathLst>
            </a:custGeom>
            <a:solidFill>
              <a:srgbClr val="D0DAE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" name="Google Shape;302;p28"/>
            <p:cNvSpPr/>
            <p:nvPr/>
          </p:nvSpPr>
          <p:spPr>
            <a:xfrm>
              <a:off x="2738047" y="3004108"/>
              <a:ext cx="66273" cy="56712"/>
            </a:xfrm>
            <a:custGeom>
              <a:rect b="b" l="l" r="r" t="t"/>
              <a:pathLst>
                <a:path extrusionOk="0" h="2165" w="2530">
                  <a:moveTo>
                    <a:pt x="1447" y="0"/>
                  </a:moveTo>
                  <a:cubicBezTo>
                    <a:pt x="484" y="0"/>
                    <a:pt x="1" y="1165"/>
                    <a:pt x="682" y="1847"/>
                  </a:cubicBezTo>
                  <a:cubicBezTo>
                    <a:pt x="903" y="2067"/>
                    <a:pt x="1174" y="2165"/>
                    <a:pt x="1440" y="2165"/>
                  </a:cubicBezTo>
                  <a:cubicBezTo>
                    <a:pt x="1996" y="2165"/>
                    <a:pt x="2529" y="1734"/>
                    <a:pt x="2529" y="1083"/>
                  </a:cubicBezTo>
                  <a:cubicBezTo>
                    <a:pt x="2529" y="483"/>
                    <a:pt x="2043" y="0"/>
                    <a:pt x="1447" y="0"/>
                  </a:cubicBezTo>
                  <a:close/>
                </a:path>
              </a:pathLst>
            </a:custGeom>
            <a:solidFill>
              <a:srgbClr val="8192A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" name="Google Shape;303;p28"/>
            <p:cNvSpPr/>
            <p:nvPr/>
          </p:nvSpPr>
          <p:spPr>
            <a:xfrm>
              <a:off x="2740745" y="3005706"/>
              <a:ext cx="44636" cy="40105"/>
            </a:xfrm>
            <a:custGeom>
              <a:rect b="b" l="l" r="r" t="t"/>
              <a:pathLst>
                <a:path extrusionOk="0" h="1531" w="1704">
                  <a:moveTo>
                    <a:pt x="984" y="1"/>
                  </a:moveTo>
                  <a:cubicBezTo>
                    <a:pt x="364" y="1"/>
                    <a:pt x="0" y="700"/>
                    <a:pt x="360" y="1207"/>
                  </a:cubicBezTo>
                  <a:cubicBezTo>
                    <a:pt x="514" y="1427"/>
                    <a:pt x="748" y="1531"/>
                    <a:pt x="981" y="1531"/>
                  </a:cubicBezTo>
                  <a:cubicBezTo>
                    <a:pt x="1285" y="1531"/>
                    <a:pt x="1587" y="1352"/>
                    <a:pt x="1703" y="1022"/>
                  </a:cubicBezTo>
                  <a:cubicBezTo>
                    <a:pt x="1703" y="563"/>
                    <a:pt x="1416" y="155"/>
                    <a:pt x="984" y="1"/>
                  </a:cubicBezTo>
                  <a:close/>
                </a:path>
              </a:pathLst>
            </a:custGeom>
            <a:solidFill>
              <a:srgbClr val="8FA1B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" name="Google Shape;304;p28"/>
            <p:cNvSpPr/>
            <p:nvPr/>
          </p:nvSpPr>
          <p:spPr>
            <a:xfrm>
              <a:off x="2486628" y="2743153"/>
              <a:ext cx="389860" cy="389782"/>
            </a:xfrm>
            <a:custGeom>
              <a:rect b="b" l="l" r="r" t="t"/>
              <a:pathLst>
                <a:path extrusionOk="0" h="14880" w="14883">
                  <a:moveTo>
                    <a:pt x="5724" y="4754"/>
                  </a:moveTo>
                  <a:cubicBezTo>
                    <a:pt x="5960" y="4754"/>
                    <a:pt x="6202" y="4841"/>
                    <a:pt x="6398" y="5038"/>
                  </a:cubicBezTo>
                  <a:cubicBezTo>
                    <a:pt x="7004" y="5641"/>
                    <a:pt x="6576" y="6679"/>
                    <a:pt x="5719" y="6679"/>
                  </a:cubicBezTo>
                  <a:cubicBezTo>
                    <a:pt x="5188" y="6679"/>
                    <a:pt x="4756" y="6247"/>
                    <a:pt x="4756" y="5716"/>
                  </a:cubicBezTo>
                  <a:cubicBezTo>
                    <a:pt x="4756" y="5137"/>
                    <a:pt x="5230" y="4754"/>
                    <a:pt x="5724" y="4754"/>
                  </a:cubicBezTo>
                  <a:close/>
                  <a:moveTo>
                    <a:pt x="5722" y="3072"/>
                  </a:moveTo>
                  <a:cubicBezTo>
                    <a:pt x="5050" y="3072"/>
                    <a:pt x="4382" y="3327"/>
                    <a:pt x="3872" y="3825"/>
                  </a:cubicBezTo>
                  <a:cubicBezTo>
                    <a:pt x="3707" y="3995"/>
                    <a:pt x="3861" y="4229"/>
                    <a:pt x="4043" y="4229"/>
                  </a:cubicBezTo>
                  <a:cubicBezTo>
                    <a:pt x="4096" y="4229"/>
                    <a:pt x="4151" y="4210"/>
                    <a:pt x="4201" y="4164"/>
                  </a:cubicBezTo>
                  <a:cubicBezTo>
                    <a:pt x="4619" y="3755"/>
                    <a:pt x="5167" y="3546"/>
                    <a:pt x="5717" y="3546"/>
                  </a:cubicBezTo>
                  <a:cubicBezTo>
                    <a:pt x="6168" y="3546"/>
                    <a:pt x="6620" y="3687"/>
                    <a:pt x="7004" y="3972"/>
                  </a:cubicBezTo>
                  <a:cubicBezTo>
                    <a:pt x="7861" y="4603"/>
                    <a:pt x="8135" y="5761"/>
                    <a:pt x="7652" y="6707"/>
                  </a:cubicBezTo>
                  <a:cubicBezTo>
                    <a:pt x="7590" y="6823"/>
                    <a:pt x="7638" y="6964"/>
                    <a:pt x="7755" y="7022"/>
                  </a:cubicBezTo>
                  <a:cubicBezTo>
                    <a:pt x="7789" y="7040"/>
                    <a:pt x="7825" y="7049"/>
                    <a:pt x="7862" y="7049"/>
                  </a:cubicBezTo>
                  <a:cubicBezTo>
                    <a:pt x="7947" y="7049"/>
                    <a:pt x="8029" y="7002"/>
                    <a:pt x="8070" y="6923"/>
                  </a:cubicBezTo>
                  <a:cubicBezTo>
                    <a:pt x="8663" y="5768"/>
                    <a:pt x="8331" y="4356"/>
                    <a:pt x="7289" y="3588"/>
                  </a:cubicBezTo>
                  <a:cubicBezTo>
                    <a:pt x="6821" y="3242"/>
                    <a:pt x="6270" y="3072"/>
                    <a:pt x="5722" y="3072"/>
                  </a:cubicBezTo>
                  <a:close/>
                  <a:moveTo>
                    <a:pt x="5717" y="4286"/>
                  </a:moveTo>
                  <a:cubicBezTo>
                    <a:pt x="5344" y="4286"/>
                    <a:pt x="4978" y="4430"/>
                    <a:pt x="4705" y="4705"/>
                  </a:cubicBezTo>
                  <a:cubicBezTo>
                    <a:pt x="4297" y="5117"/>
                    <a:pt x="4174" y="5730"/>
                    <a:pt x="4397" y="6265"/>
                  </a:cubicBezTo>
                  <a:cubicBezTo>
                    <a:pt x="4616" y="6803"/>
                    <a:pt x="5140" y="7149"/>
                    <a:pt x="5719" y="7149"/>
                  </a:cubicBezTo>
                  <a:cubicBezTo>
                    <a:pt x="6508" y="7149"/>
                    <a:pt x="7148" y="6508"/>
                    <a:pt x="7152" y="5716"/>
                  </a:cubicBezTo>
                  <a:cubicBezTo>
                    <a:pt x="7148" y="5137"/>
                    <a:pt x="6802" y="4616"/>
                    <a:pt x="6264" y="4394"/>
                  </a:cubicBezTo>
                  <a:cubicBezTo>
                    <a:pt x="6087" y="4321"/>
                    <a:pt x="5901" y="4286"/>
                    <a:pt x="5717" y="4286"/>
                  </a:cubicBezTo>
                  <a:close/>
                  <a:moveTo>
                    <a:pt x="3432" y="4707"/>
                  </a:moveTo>
                  <a:cubicBezTo>
                    <a:pt x="3347" y="4707"/>
                    <a:pt x="3262" y="4752"/>
                    <a:pt x="3221" y="4856"/>
                  </a:cubicBezTo>
                  <a:cubicBezTo>
                    <a:pt x="2844" y="5946"/>
                    <a:pt x="3218" y="7152"/>
                    <a:pt x="4143" y="7837"/>
                  </a:cubicBezTo>
                  <a:cubicBezTo>
                    <a:pt x="4610" y="8185"/>
                    <a:pt x="5164" y="8359"/>
                    <a:pt x="5718" y="8359"/>
                  </a:cubicBezTo>
                  <a:cubicBezTo>
                    <a:pt x="6262" y="8359"/>
                    <a:pt x="6805" y="8192"/>
                    <a:pt x="7268" y="7858"/>
                  </a:cubicBezTo>
                  <a:cubicBezTo>
                    <a:pt x="7467" y="7707"/>
                    <a:pt x="7325" y="7432"/>
                    <a:pt x="7128" y="7432"/>
                  </a:cubicBezTo>
                  <a:cubicBezTo>
                    <a:pt x="7084" y="7432"/>
                    <a:pt x="7037" y="7446"/>
                    <a:pt x="6991" y="7478"/>
                  </a:cubicBezTo>
                  <a:cubicBezTo>
                    <a:pt x="6611" y="7752"/>
                    <a:pt x="6165" y="7889"/>
                    <a:pt x="5719" y="7889"/>
                  </a:cubicBezTo>
                  <a:cubicBezTo>
                    <a:pt x="5264" y="7889"/>
                    <a:pt x="4809" y="7746"/>
                    <a:pt x="4424" y="7461"/>
                  </a:cubicBezTo>
                  <a:cubicBezTo>
                    <a:pt x="3663" y="6899"/>
                    <a:pt x="3355" y="5905"/>
                    <a:pt x="3663" y="5010"/>
                  </a:cubicBezTo>
                  <a:cubicBezTo>
                    <a:pt x="3717" y="4831"/>
                    <a:pt x="3574" y="4707"/>
                    <a:pt x="3432" y="4707"/>
                  </a:cubicBezTo>
                  <a:close/>
                  <a:moveTo>
                    <a:pt x="5380" y="0"/>
                  </a:moveTo>
                  <a:cubicBezTo>
                    <a:pt x="5031" y="0"/>
                    <a:pt x="4729" y="247"/>
                    <a:pt x="4661" y="590"/>
                  </a:cubicBezTo>
                  <a:lnTo>
                    <a:pt x="4438" y="1693"/>
                  </a:lnTo>
                  <a:cubicBezTo>
                    <a:pt x="4212" y="1765"/>
                    <a:pt x="3989" y="1858"/>
                    <a:pt x="3776" y="1967"/>
                  </a:cubicBezTo>
                  <a:lnTo>
                    <a:pt x="2841" y="1344"/>
                  </a:lnTo>
                  <a:cubicBezTo>
                    <a:pt x="2717" y="1262"/>
                    <a:pt x="2575" y="1222"/>
                    <a:pt x="2435" y="1222"/>
                  </a:cubicBezTo>
                  <a:cubicBezTo>
                    <a:pt x="2245" y="1222"/>
                    <a:pt x="2057" y="1295"/>
                    <a:pt x="1916" y="1436"/>
                  </a:cubicBezTo>
                  <a:lnTo>
                    <a:pt x="1436" y="1916"/>
                  </a:lnTo>
                  <a:cubicBezTo>
                    <a:pt x="1189" y="2163"/>
                    <a:pt x="1148" y="2550"/>
                    <a:pt x="1343" y="2841"/>
                  </a:cubicBezTo>
                  <a:lnTo>
                    <a:pt x="1967" y="3777"/>
                  </a:lnTo>
                  <a:cubicBezTo>
                    <a:pt x="1857" y="3989"/>
                    <a:pt x="1765" y="4208"/>
                    <a:pt x="1693" y="4438"/>
                  </a:cubicBezTo>
                  <a:lnTo>
                    <a:pt x="589" y="4657"/>
                  </a:lnTo>
                  <a:cubicBezTo>
                    <a:pt x="247" y="4729"/>
                    <a:pt x="0" y="5027"/>
                    <a:pt x="0" y="5377"/>
                  </a:cubicBezTo>
                  <a:lnTo>
                    <a:pt x="0" y="6056"/>
                  </a:lnTo>
                  <a:cubicBezTo>
                    <a:pt x="0" y="6405"/>
                    <a:pt x="247" y="6707"/>
                    <a:pt x="589" y="6775"/>
                  </a:cubicBezTo>
                  <a:lnTo>
                    <a:pt x="1693" y="6994"/>
                  </a:lnTo>
                  <a:cubicBezTo>
                    <a:pt x="1765" y="7224"/>
                    <a:pt x="1857" y="7447"/>
                    <a:pt x="1967" y="7659"/>
                  </a:cubicBezTo>
                  <a:lnTo>
                    <a:pt x="1343" y="8595"/>
                  </a:lnTo>
                  <a:cubicBezTo>
                    <a:pt x="1148" y="8886"/>
                    <a:pt x="1186" y="9273"/>
                    <a:pt x="1432" y="9520"/>
                  </a:cubicBezTo>
                  <a:lnTo>
                    <a:pt x="1912" y="10000"/>
                  </a:lnTo>
                  <a:cubicBezTo>
                    <a:pt x="2056" y="10141"/>
                    <a:pt x="2245" y="10214"/>
                    <a:pt x="2434" y="10214"/>
                  </a:cubicBezTo>
                  <a:cubicBezTo>
                    <a:pt x="2575" y="10214"/>
                    <a:pt x="2717" y="10174"/>
                    <a:pt x="2841" y="10092"/>
                  </a:cubicBezTo>
                  <a:lnTo>
                    <a:pt x="3776" y="9469"/>
                  </a:lnTo>
                  <a:cubicBezTo>
                    <a:pt x="3989" y="9578"/>
                    <a:pt x="4212" y="9667"/>
                    <a:pt x="4438" y="9743"/>
                  </a:cubicBezTo>
                  <a:lnTo>
                    <a:pt x="4661" y="10846"/>
                  </a:lnTo>
                  <a:cubicBezTo>
                    <a:pt x="4729" y="11189"/>
                    <a:pt x="5031" y="11436"/>
                    <a:pt x="5380" y="11436"/>
                  </a:cubicBezTo>
                  <a:lnTo>
                    <a:pt x="6055" y="11436"/>
                  </a:lnTo>
                  <a:cubicBezTo>
                    <a:pt x="6405" y="11436"/>
                    <a:pt x="6706" y="11189"/>
                    <a:pt x="6775" y="10846"/>
                  </a:cubicBezTo>
                  <a:lnTo>
                    <a:pt x="6998" y="9739"/>
                  </a:lnTo>
                  <a:cubicBezTo>
                    <a:pt x="7179" y="9685"/>
                    <a:pt x="7354" y="9613"/>
                    <a:pt x="7525" y="9534"/>
                  </a:cubicBezTo>
                  <a:cubicBezTo>
                    <a:pt x="7645" y="9475"/>
                    <a:pt x="7693" y="9338"/>
                    <a:pt x="7638" y="9218"/>
                  </a:cubicBezTo>
                  <a:lnTo>
                    <a:pt x="7638" y="9218"/>
                  </a:lnTo>
                  <a:lnTo>
                    <a:pt x="7638" y="9222"/>
                  </a:lnTo>
                  <a:cubicBezTo>
                    <a:pt x="7599" y="9135"/>
                    <a:pt x="7515" y="9086"/>
                    <a:pt x="7427" y="9086"/>
                  </a:cubicBezTo>
                  <a:cubicBezTo>
                    <a:pt x="7393" y="9086"/>
                    <a:pt x="7359" y="9094"/>
                    <a:pt x="7327" y="9109"/>
                  </a:cubicBezTo>
                  <a:cubicBezTo>
                    <a:pt x="7135" y="9198"/>
                    <a:pt x="6936" y="9273"/>
                    <a:pt x="6730" y="9332"/>
                  </a:cubicBezTo>
                  <a:cubicBezTo>
                    <a:pt x="6648" y="9356"/>
                    <a:pt x="6583" y="9424"/>
                    <a:pt x="6566" y="9513"/>
                  </a:cubicBezTo>
                  <a:lnTo>
                    <a:pt x="6316" y="10754"/>
                  </a:lnTo>
                  <a:cubicBezTo>
                    <a:pt x="6292" y="10877"/>
                    <a:pt x="6185" y="10966"/>
                    <a:pt x="6059" y="10966"/>
                  </a:cubicBezTo>
                  <a:lnTo>
                    <a:pt x="5380" y="10966"/>
                  </a:lnTo>
                  <a:cubicBezTo>
                    <a:pt x="5257" y="10966"/>
                    <a:pt x="5147" y="10877"/>
                    <a:pt x="5123" y="10754"/>
                  </a:cubicBezTo>
                  <a:lnTo>
                    <a:pt x="4876" y="9513"/>
                  </a:lnTo>
                  <a:cubicBezTo>
                    <a:pt x="4859" y="9424"/>
                    <a:pt x="4794" y="9356"/>
                    <a:pt x="4708" y="9332"/>
                  </a:cubicBezTo>
                  <a:cubicBezTo>
                    <a:pt x="4421" y="9249"/>
                    <a:pt x="4143" y="9136"/>
                    <a:pt x="3883" y="8989"/>
                  </a:cubicBezTo>
                  <a:cubicBezTo>
                    <a:pt x="3848" y="8968"/>
                    <a:pt x="3808" y="8958"/>
                    <a:pt x="3768" y="8958"/>
                  </a:cubicBezTo>
                  <a:cubicBezTo>
                    <a:pt x="3723" y="8958"/>
                    <a:pt x="3676" y="8972"/>
                    <a:pt x="3636" y="8999"/>
                  </a:cubicBezTo>
                  <a:lnTo>
                    <a:pt x="2580" y="9702"/>
                  </a:lnTo>
                  <a:cubicBezTo>
                    <a:pt x="2535" y="9731"/>
                    <a:pt x="2485" y="9745"/>
                    <a:pt x="2435" y="9745"/>
                  </a:cubicBezTo>
                  <a:cubicBezTo>
                    <a:pt x="2367" y="9745"/>
                    <a:pt x="2299" y="9719"/>
                    <a:pt x="2248" y="9667"/>
                  </a:cubicBezTo>
                  <a:lnTo>
                    <a:pt x="1768" y="9188"/>
                  </a:lnTo>
                  <a:cubicBezTo>
                    <a:pt x="1679" y="9099"/>
                    <a:pt x="1665" y="8961"/>
                    <a:pt x="1734" y="8855"/>
                  </a:cubicBezTo>
                  <a:lnTo>
                    <a:pt x="2440" y="7800"/>
                  </a:lnTo>
                  <a:cubicBezTo>
                    <a:pt x="2488" y="7728"/>
                    <a:pt x="2491" y="7632"/>
                    <a:pt x="2447" y="7556"/>
                  </a:cubicBezTo>
                  <a:cubicBezTo>
                    <a:pt x="2299" y="7296"/>
                    <a:pt x="2186" y="7018"/>
                    <a:pt x="2104" y="6731"/>
                  </a:cubicBezTo>
                  <a:cubicBezTo>
                    <a:pt x="2080" y="6645"/>
                    <a:pt x="2012" y="6580"/>
                    <a:pt x="1926" y="6563"/>
                  </a:cubicBezTo>
                  <a:lnTo>
                    <a:pt x="682" y="6316"/>
                  </a:lnTo>
                  <a:cubicBezTo>
                    <a:pt x="559" y="6289"/>
                    <a:pt x="473" y="6182"/>
                    <a:pt x="470" y="6059"/>
                  </a:cubicBezTo>
                  <a:lnTo>
                    <a:pt x="470" y="5377"/>
                  </a:lnTo>
                  <a:cubicBezTo>
                    <a:pt x="473" y="5254"/>
                    <a:pt x="559" y="5144"/>
                    <a:pt x="682" y="5120"/>
                  </a:cubicBezTo>
                  <a:lnTo>
                    <a:pt x="1926" y="4873"/>
                  </a:lnTo>
                  <a:cubicBezTo>
                    <a:pt x="2012" y="4856"/>
                    <a:pt x="2080" y="4791"/>
                    <a:pt x="2104" y="4705"/>
                  </a:cubicBezTo>
                  <a:cubicBezTo>
                    <a:pt x="2186" y="4418"/>
                    <a:pt x="2299" y="4140"/>
                    <a:pt x="2447" y="3880"/>
                  </a:cubicBezTo>
                  <a:cubicBezTo>
                    <a:pt x="2491" y="3801"/>
                    <a:pt x="2488" y="3708"/>
                    <a:pt x="2440" y="3633"/>
                  </a:cubicBezTo>
                  <a:lnTo>
                    <a:pt x="1734" y="2581"/>
                  </a:lnTo>
                  <a:cubicBezTo>
                    <a:pt x="1665" y="2475"/>
                    <a:pt x="1679" y="2334"/>
                    <a:pt x="1768" y="2248"/>
                  </a:cubicBezTo>
                  <a:lnTo>
                    <a:pt x="2248" y="1769"/>
                  </a:lnTo>
                  <a:cubicBezTo>
                    <a:pt x="2299" y="1717"/>
                    <a:pt x="2367" y="1691"/>
                    <a:pt x="2435" y="1691"/>
                  </a:cubicBezTo>
                  <a:cubicBezTo>
                    <a:pt x="2485" y="1691"/>
                    <a:pt x="2535" y="1705"/>
                    <a:pt x="2580" y="1734"/>
                  </a:cubicBezTo>
                  <a:lnTo>
                    <a:pt x="3636" y="2437"/>
                  </a:lnTo>
                  <a:cubicBezTo>
                    <a:pt x="3675" y="2463"/>
                    <a:pt x="3722" y="2477"/>
                    <a:pt x="3769" y="2477"/>
                  </a:cubicBezTo>
                  <a:cubicBezTo>
                    <a:pt x="3808" y="2477"/>
                    <a:pt x="3847" y="2467"/>
                    <a:pt x="3883" y="2447"/>
                  </a:cubicBezTo>
                  <a:cubicBezTo>
                    <a:pt x="4140" y="2300"/>
                    <a:pt x="4417" y="2183"/>
                    <a:pt x="4705" y="2104"/>
                  </a:cubicBezTo>
                  <a:cubicBezTo>
                    <a:pt x="4791" y="2080"/>
                    <a:pt x="4856" y="2012"/>
                    <a:pt x="4873" y="1923"/>
                  </a:cubicBezTo>
                  <a:lnTo>
                    <a:pt x="5123" y="682"/>
                  </a:lnTo>
                  <a:cubicBezTo>
                    <a:pt x="5147" y="559"/>
                    <a:pt x="5253" y="470"/>
                    <a:pt x="5380" y="470"/>
                  </a:cubicBezTo>
                  <a:lnTo>
                    <a:pt x="6059" y="470"/>
                  </a:lnTo>
                  <a:cubicBezTo>
                    <a:pt x="6182" y="470"/>
                    <a:pt x="6288" y="559"/>
                    <a:pt x="6316" y="682"/>
                  </a:cubicBezTo>
                  <a:lnTo>
                    <a:pt x="6562" y="1923"/>
                  </a:lnTo>
                  <a:cubicBezTo>
                    <a:pt x="6580" y="2012"/>
                    <a:pt x="6645" y="2080"/>
                    <a:pt x="6730" y="2104"/>
                  </a:cubicBezTo>
                  <a:cubicBezTo>
                    <a:pt x="7018" y="2183"/>
                    <a:pt x="7296" y="2300"/>
                    <a:pt x="7556" y="2447"/>
                  </a:cubicBezTo>
                  <a:cubicBezTo>
                    <a:pt x="7590" y="2467"/>
                    <a:pt x="7629" y="2477"/>
                    <a:pt x="7667" y="2477"/>
                  </a:cubicBezTo>
                  <a:cubicBezTo>
                    <a:pt x="7714" y="2477"/>
                    <a:pt x="7760" y="2463"/>
                    <a:pt x="7799" y="2437"/>
                  </a:cubicBezTo>
                  <a:lnTo>
                    <a:pt x="8855" y="1734"/>
                  </a:lnTo>
                  <a:cubicBezTo>
                    <a:pt x="8900" y="1705"/>
                    <a:pt x="8951" y="1691"/>
                    <a:pt x="9001" y="1691"/>
                  </a:cubicBezTo>
                  <a:cubicBezTo>
                    <a:pt x="9069" y="1691"/>
                    <a:pt x="9136" y="1717"/>
                    <a:pt x="9187" y="1769"/>
                  </a:cubicBezTo>
                  <a:lnTo>
                    <a:pt x="9667" y="2248"/>
                  </a:lnTo>
                  <a:cubicBezTo>
                    <a:pt x="9756" y="2334"/>
                    <a:pt x="9770" y="2475"/>
                    <a:pt x="9701" y="2581"/>
                  </a:cubicBezTo>
                  <a:lnTo>
                    <a:pt x="8999" y="3633"/>
                  </a:lnTo>
                  <a:cubicBezTo>
                    <a:pt x="8947" y="3708"/>
                    <a:pt x="8944" y="3804"/>
                    <a:pt x="8989" y="3880"/>
                  </a:cubicBezTo>
                  <a:cubicBezTo>
                    <a:pt x="9136" y="4140"/>
                    <a:pt x="9249" y="4418"/>
                    <a:pt x="9331" y="4705"/>
                  </a:cubicBezTo>
                  <a:cubicBezTo>
                    <a:pt x="9355" y="4791"/>
                    <a:pt x="9424" y="4856"/>
                    <a:pt x="9513" y="4873"/>
                  </a:cubicBezTo>
                  <a:lnTo>
                    <a:pt x="10753" y="5120"/>
                  </a:lnTo>
                  <a:cubicBezTo>
                    <a:pt x="10877" y="5144"/>
                    <a:pt x="10966" y="5254"/>
                    <a:pt x="10966" y="5377"/>
                  </a:cubicBezTo>
                  <a:lnTo>
                    <a:pt x="10966" y="6056"/>
                  </a:lnTo>
                  <a:cubicBezTo>
                    <a:pt x="10966" y="6179"/>
                    <a:pt x="10877" y="6289"/>
                    <a:pt x="10753" y="6313"/>
                  </a:cubicBezTo>
                  <a:lnTo>
                    <a:pt x="9513" y="6559"/>
                  </a:lnTo>
                  <a:cubicBezTo>
                    <a:pt x="9424" y="6580"/>
                    <a:pt x="9355" y="6642"/>
                    <a:pt x="9331" y="6727"/>
                  </a:cubicBezTo>
                  <a:cubicBezTo>
                    <a:pt x="9273" y="6936"/>
                    <a:pt x="9194" y="7142"/>
                    <a:pt x="9102" y="7337"/>
                  </a:cubicBezTo>
                  <a:cubicBezTo>
                    <a:pt x="9040" y="7454"/>
                    <a:pt x="9088" y="7601"/>
                    <a:pt x="9208" y="7659"/>
                  </a:cubicBezTo>
                  <a:cubicBezTo>
                    <a:pt x="9241" y="7675"/>
                    <a:pt x="9275" y="7683"/>
                    <a:pt x="9309" y="7683"/>
                  </a:cubicBezTo>
                  <a:cubicBezTo>
                    <a:pt x="9400" y="7683"/>
                    <a:pt x="9487" y="7629"/>
                    <a:pt x="9527" y="7539"/>
                  </a:cubicBezTo>
                  <a:cubicBezTo>
                    <a:pt x="9609" y="7365"/>
                    <a:pt x="9681" y="7180"/>
                    <a:pt x="9742" y="6994"/>
                  </a:cubicBezTo>
                  <a:lnTo>
                    <a:pt x="10846" y="6775"/>
                  </a:lnTo>
                  <a:cubicBezTo>
                    <a:pt x="11189" y="6703"/>
                    <a:pt x="11435" y="6405"/>
                    <a:pt x="11439" y="6056"/>
                  </a:cubicBezTo>
                  <a:lnTo>
                    <a:pt x="11439" y="5377"/>
                  </a:lnTo>
                  <a:cubicBezTo>
                    <a:pt x="11435" y="5027"/>
                    <a:pt x="11189" y="4729"/>
                    <a:pt x="10846" y="4657"/>
                  </a:cubicBezTo>
                  <a:lnTo>
                    <a:pt x="9742" y="4438"/>
                  </a:lnTo>
                  <a:cubicBezTo>
                    <a:pt x="9670" y="4208"/>
                    <a:pt x="9578" y="3989"/>
                    <a:pt x="9468" y="3777"/>
                  </a:cubicBezTo>
                  <a:lnTo>
                    <a:pt x="10092" y="2838"/>
                  </a:lnTo>
                  <a:cubicBezTo>
                    <a:pt x="10287" y="2546"/>
                    <a:pt x="10250" y="2159"/>
                    <a:pt x="10003" y="1913"/>
                  </a:cubicBezTo>
                  <a:lnTo>
                    <a:pt x="9523" y="1433"/>
                  </a:lnTo>
                  <a:cubicBezTo>
                    <a:pt x="9380" y="1291"/>
                    <a:pt x="9192" y="1218"/>
                    <a:pt x="9003" y="1218"/>
                  </a:cubicBezTo>
                  <a:cubicBezTo>
                    <a:pt x="8863" y="1218"/>
                    <a:pt x="8722" y="1259"/>
                    <a:pt x="8598" y="1340"/>
                  </a:cubicBezTo>
                  <a:lnTo>
                    <a:pt x="7659" y="1967"/>
                  </a:lnTo>
                  <a:cubicBezTo>
                    <a:pt x="7446" y="1858"/>
                    <a:pt x="7227" y="1765"/>
                    <a:pt x="6998" y="1693"/>
                  </a:cubicBezTo>
                  <a:lnTo>
                    <a:pt x="6775" y="590"/>
                  </a:lnTo>
                  <a:cubicBezTo>
                    <a:pt x="6706" y="247"/>
                    <a:pt x="6408" y="0"/>
                    <a:pt x="6059" y="0"/>
                  </a:cubicBezTo>
                  <a:close/>
                  <a:moveTo>
                    <a:pt x="11049" y="9729"/>
                  </a:moveTo>
                  <a:cubicBezTo>
                    <a:pt x="10706" y="9729"/>
                    <a:pt x="10368" y="9863"/>
                    <a:pt x="10116" y="10113"/>
                  </a:cubicBezTo>
                  <a:cubicBezTo>
                    <a:pt x="9739" y="10490"/>
                    <a:pt x="9626" y="11055"/>
                    <a:pt x="9832" y="11549"/>
                  </a:cubicBezTo>
                  <a:cubicBezTo>
                    <a:pt x="10034" y="12039"/>
                    <a:pt x="10513" y="12361"/>
                    <a:pt x="11048" y="12361"/>
                  </a:cubicBezTo>
                  <a:cubicBezTo>
                    <a:pt x="11339" y="12361"/>
                    <a:pt x="11620" y="12265"/>
                    <a:pt x="11850" y="12087"/>
                  </a:cubicBezTo>
                  <a:cubicBezTo>
                    <a:pt x="11960" y="12008"/>
                    <a:pt x="11984" y="11857"/>
                    <a:pt x="11901" y="11751"/>
                  </a:cubicBezTo>
                  <a:cubicBezTo>
                    <a:pt x="11854" y="11690"/>
                    <a:pt x="11784" y="11659"/>
                    <a:pt x="11713" y="11659"/>
                  </a:cubicBezTo>
                  <a:cubicBezTo>
                    <a:pt x="11660" y="11659"/>
                    <a:pt x="11606" y="11676"/>
                    <a:pt x="11562" y="11713"/>
                  </a:cubicBezTo>
                  <a:cubicBezTo>
                    <a:pt x="11415" y="11830"/>
                    <a:pt x="11233" y="11891"/>
                    <a:pt x="11048" y="11891"/>
                  </a:cubicBezTo>
                  <a:cubicBezTo>
                    <a:pt x="10579" y="11891"/>
                    <a:pt x="10202" y="11511"/>
                    <a:pt x="10202" y="11045"/>
                  </a:cubicBezTo>
                  <a:cubicBezTo>
                    <a:pt x="10202" y="10579"/>
                    <a:pt x="10578" y="10199"/>
                    <a:pt x="11046" y="10199"/>
                  </a:cubicBezTo>
                  <a:lnTo>
                    <a:pt x="11046" y="10199"/>
                  </a:lnTo>
                  <a:cubicBezTo>
                    <a:pt x="11515" y="10199"/>
                    <a:pt x="11891" y="10579"/>
                    <a:pt x="11891" y="11045"/>
                  </a:cubicBezTo>
                  <a:cubicBezTo>
                    <a:pt x="11891" y="11175"/>
                    <a:pt x="11997" y="11281"/>
                    <a:pt x="12127" y="11281"/>
                  </a:cubicBezTo>
                  <a:cubicBezTo>
                    <a:pt x="12258" y="11281"/>
                    <a:pt x="12364" y="11175"/>
                    <a:pt x="12364" y="11045"/>
                  </a:cubicBezTo>
                  <a:cubicBezTo>
                    <a:pt x="12364" y="10514"/>
                    <a:pt x="12042" y="10034"/>
                    <a:pt x="11552" y="9828"/>
                  </a:cubicBezTo>
                  <a:cubicBezTo>
                    <a:pt x="11389" y="9762"/>
                    <a:pt x="11218" y="9729"/>
                    <a:pt x="11049" y="9729"/>
                  </a:cubicBezTo>
                  <a:close/>
                  <a:moveTo>
                    <a:pt x="10822" y="7207"/>
                  </a:moveTo>
                  <a:cubicBezTo>
                    <a:pt x="10555" y="7207"/>
                    <a:pt x="10322" y="7395"/>
                    <a:pt x="10270" y="7659"/>
                  </a:cubicBezTo>
                  <a:lnTo>
                    <a:pt x="10133" y="8338"/>
                  </a:lnTo>
                  <a:cubicBezTo>
                    <a:pt x="10010" y="8379"/>
                    <a:pt x="9890" y="8427"/>
                    <a:pt x="9773" y="8485"/>
                  </a:cubicBezTo>
                  <a:lnTo>
                    <a:pt x="9198" y="8101"/>
                  </a:lnTo>
                  <a:cubicBezTo>
                    <a:pt x="9102" y="8038"/>
                    <a:pt x="8993" y="8007"/>
                    <a:pt x="8884" y="8007"/>
                  </a:cubicBezTo>
                  <a:cubicBezTo>
                    <a:pt x="8739" y="8007"/>
                    <a:pt x="8596" y="8062"/>
                    <a:pt x="8488" y="8170"/>
                  </a:cubicBezTo>
                  <a:lnTo>
                    <a:pt x="8173" y="8485"/>
                  </a:lnTo>
                  <a:cubicBezTo>
                    <a:pt x="7985" y="8677"/>
                    <a:pt x="7954" y="8972"/>
                    <a:pt x="8101" y="9194"/>
                  </a:cubicBezTo>
                  <a:lnTo>
                    <a:pt x="8488" y="9774"/>
                  </a:lnTo>
                  <a:cubicBezTo>
                    <a:pt x="8409" y="9931"/>
                    <a:pt x="8344" y="10099"/>
                    <a:pt x="8296" y="10270"/>
                  </a:cubicBezTo>
                  <a:cubicBezTo>
                    <a:pt x="8262" y="10397"/>
                    <a:pt x="8334" y="10527"/>
                    <a:pt x="8457" y="10562"/>
                  </a:cubicBezTo>
                  <a:cubicBezTo>
                    <a:pt x="8480" y="10568"/>
                    <a:pt x="8502" y="10572"/>
                    <a:pt x="8524" y="10572"/>
                  </a:cubicBezTo>
                  <a:cubicBezTo>
                    <a:pt x="8627" y="10572"/>
                    <a:pt x="8720" y="10502"/>
                    <a:pt x="8749" y="10401"/>
                  </a:cubicBezTo>
                  <a:cubicBezTo>
                    <a:pt x="8800" y="10219"/>
                    <a:pt x="8872" y="10041"/>
                    <a:pt x="8965" y="9876"/>
                  </a:cubicBezTo>
                  <a:cubicBezTo>
                    <a:pt x="9009" y="9798"/>
                    <a:pt x="9006" y="9705"/>
                    <a:pt x="8958" y="9630"/>
                  </a:cubicBezTo>
                  <a:lnTo>
                    <a:pt x="8495" y="8937"/>
                  </a:lnTo>
                  <a:cubicBezTo>
                    <a:pt x="8471" y="8900"/>
                    <a:pt x="8475" y="8852"/>
                    <a:pt x="8505" y="8821"/>
                  </a:cubicBezTo>
                  <a:lnTo>
                    <a:pt x="8821" y="8506"/>
                  </a:lnTo>
                  <a:cubicBezTo>
                    <a:pt x="8839" y="8487"/>
                    <a:pt x="8864" y="8478"/>
                    <a:pt x="8889" y="8478"/>
                  </a:cubicBezTo>
                  <a:cubicBezTo>
                    <a:pt x="8906" y="8478"/>
                    <a:pt x="8923" y="8482"/>
                    <a:pt x="8937" y="8492"/>
                  </a:cubicBezTo>
                  <a:lnTo>
                    <a:pt x="9633" y="8955"/>
                  </a:lnTo>
                  <a:cubicBezTo>
                    <a:pt x="9671" y="8982"/>
                    <a:pt x="9717" y="8996"/>
                    <a:pt x="9762" y="8996"/>
                  </a:cubicBezTo>
                  <a:cubicBezTo>
                    <a:pt x="9802" y="8996"/>
                    <a:pt x="9841" y="8986"/>
                    <a:pt x="9876" y="8965"/>
                  </a:cubicBezTo>
                  <a:cubicBezTo>
                    <a:pt x="10044" y="8872"/>
                    <a:pt x="10219" y="8800"/>
                    <a:pt x="10400" y="8749"/>
                  </a:cubicBezTo>
                  <a:cubicBezTo>
                    <a:pt x="10486" y="8725"/>
                    <a:pt x="10551" y="8653"/>
                    <a:pt x="10568" y="8567"/>
                  </a:cubicBezTo>
                  <a:lnTo>
                    <a:pt x="10733" y="7752"/>
                  </a:lnTo>
                  <a:cubicBezTo>
                    <a:pt x="10740" y="7707"/>
                    <a:pt x="10777" y="7676"/>
                    <a:pt x="10822" y="7676"/>
                  </a:cubicBezTo>
                  <a:lnTo>
                    <a:pt x="11267" y="7676"/>
                  </a:lnTo>
                  <a:cubicBezTo>
                    <a:pt x="11312" y="7676"/>
                    <a:pt x="11350" y="7707"/>
                    <a:pt x="11360" y="7752"/>
                  </a:cubicBezTo>
                  <a:lnTo>
                    <a:pt x="11521" y="8567"/>
                  </a:lnTo>
                  <a:cubicBezTo>
                    <a:pt x="11538" y="8653"/>
                    <a:pt x="11603" y="8725"/>
                    <a:pt x="11689" y="8749"/>
                  </a:cubicBezTo>
                  <a:cubicBezTo>
                    <a:pt x="11870" y="8800"/>
                    <a:pt x="12049" y="8872"/>
                    <a:pt x="12213" y="8965"/>
                  </a:cubicBezTo>
                  <a:cubicBezTo>
                    <a:pt x="12250" y="8986"/>
                    <a:pt x="12289" y="8996"/>
                    <a:pt x="12329" y="8996"/>
                  </a:cubicBezTo>
                  <a:cubicBezTo>
                    <a:pt x="12374" y="8996"/>
                    <a:pt x="12420" y="8982"/>
                    <a:pt x="12460" y="8955"/>
                  </a:cubicBezTo>
                  <a:lnTo>
                    <a:pt x="13152" y="8492"/>
                  </a:lnTo>
                  <a:cubicBezTo>
                    <a:pt x="13167" y="8482"/>
                    <a:pt x="13185" y="8478"/>
                    <a:pt x="13201" y="8478"/>
                  </a:cubicBezTo>
                  <a:cubicBezTo>
                    <a:pt x="13226" y="8478"/>
                    <a:pt x="13250" y="8487"/>
                    <a:pt x="13269" y="8506"/>
                  </a:cubicBezTo>
                  <a:lnTo>
                    <a:pt x="13584" y="8821"/>
                  </a:lnTo>
                  <a:cubicBezTo>
                    <a:pt x="13615" y="8852"/>
                    <a:pt x="13622" y="8900"/>
                    <a:pt x="13598" y="8937"/>
                  </a:cubicBezTo>
                  <a:lnTo>
                    <a:pt x="13135" y="9630"/>
                  </a:lnTo>
                  <a:cubicBezTo>
                    <a:pt x="13084" y="9705"/>
                    <a:pt x="13080" y="9798"/>
                    <a:pt x="13125" y="9876"/>
                  </a:cubicBezTo>
                  <a:cubicBezTo>
                    <a:pt x="13217" y="10041"/>
                    <a:pt x="13289" y="10219"/>
                    <a:pt x="13341" y="10401"/>
                  </a:cubicBezTo>
                  <a:cubicBezTo>
                    <a:pt x="13365" y="10486"/>
                    <a:pt x="13437" y="10551"/>
                    <a:pt x="13522" y="10569"/>
                  </a:cubicBezTo>
                  <a:lnTo>
                    <a:pt x="14338" y="10730"/>
                  </a:lnTo>
                  <a:cubicBezTo>
                    <a:pt x="14382" y="10740"/>
                    <a:pt x="14413" y="10778"/>
                    <a:pt x="14413" y="10822"/>
                  </a:cubicBezTo>
                  <a:lnTo>
                    <a:pt x="14413" y="11268"/>
                  </a:lnTo>
                  <a:cubicBezTo>
                    <a:pt x="14413" y="11312"/>
                    <a:pt x="14382" y="11350"/>
                    <a:pt x="14338" y="11357"/>
                  </a:cubicBezTo>
                  <a:lnTo>
                    <a:pt x="13522" y="11521"/>
                  </a:lnTo>
                  <a:cubicBezTo>
                    <a:pt x="13437" y="11538"/>
                    <a:pt x="13365" y="11604"/>
                    <a:pt x="13341" y="11689"/>
                  </a:cubicBezTo>
                  <a:cubicBezTo>
                    <a:pt x="13289" y="11871"/>
                    <a:pt x="13217" y="12046"/>
                    <a:pt x="13125" y="12213"/>
                  </a:cubicBezTo>
                  <a:cubicBezTo>
                    <a:pt x="13080" y="12289"/>
                    <a:pt x="13084" y="12385"/>
                    <a:pt x="13135" y="12457"/>
                  </a:cubicBezTo>
                  <a:lnTo>
                    <a:pt x="13598" y="13152"/>
                  </a:lnTo>
                  <a:cubicBezTo>
                    <a:pt x="13622" y="13187"/>
                    <a:pt x="13615" y="13238"/>
                    <a:pt x="13584" y="13269"/>
                  </a:cubicBezTo>
                  <a:lnTo>
                    <a:pt x="13269" y="13584"/>
                  </a:lnTo>
                  <a:cubicBezTo>
                    <a:pt x="13251" y="13602"/>
                    <a:pt x="13229" y="13610"/>
                    <a:pt x="13205" y="13610"/>
                  </a:cubicBezTo>
                  <a:cubicBezTo>
                    <a:pt x="13187" y="13610"/>
                    <a:pt x="13169" y="13605"/>
                    <a:pt x="13152" y="13594"/>
                  </a:cubicBezTo>
                  <a:lnTo>
                    <a:pt x="12463" y="13132"/>
                  </a:lnTo>
                  <a:cubicBezTo>
                    <a:pt x="12424" y="13107"/>
                    <a:pt x="12378" y="13094"/>
                    <a:pt x="12333" y="13094"/>
                  </a:cubicBezTo>
                  <a:cubicBezTo>
                    <a:pt x="12292" y="13094"/>
                    <a:pt x="12252" y="13104"/>
                    <a:pt x="12217" y="13125"/>
                  </a:cubicBezTo>
                  <a:cubicBezTo>
                    <a:pt x="12049" y="13218"/>
                    <a:pt x="11874" y="13289"/>
                    <a:pt x="11692" y="13341"/>
                  </a:cubicBezTo>
                  <a:cubicBezTo>
                    <a:pt x="11607" y="13365"/>
                    <a:pt x="11542" y="13433"/>
                    <a:pt x="11524" y="13523"/>
                  </a:cubicBezTo>
                  <a:lnTo>
                    <a:pt x="11360" y="14338"/>
                  </a:lnTo>
                  <a:cubicBezTo>
                    <a:pt x="11353" y="14379"/>
                    <a:pt x="11315" y="14413"/>
                    <a:pt x="11271" y="14413"/>
                  </a:cubicBezTo>
                  <a:lnTo>
                    <a:pt x="10825" y="14413"/>
                  </a:lnTo>
                  <a:cubicBezTo>
                    <a:pt x="10781" y="14413"/>
                    <a:pt x="10743" y="14379"/>
                    <a:pt x="10733" y="14338"/>
                  </a:cubicBezTo>
                  <a:lnTo>
                    <a:pt x="10572" y="13523"/>
                  </a:lnTo>
                  <a:cubicBezTo>
                    <a:pt x="10555" y="13433"/>
                    <a:pt x="10489" y="13365"/>
                    <a:pt x="10404" y="13341"/>
                  </a:cubicBezTo>
                  <a:cubicBezTo>
                    <a:pt x="10222" y="13289"/>
                    <a:pt x="10044" y="13218"/>
                    <a:pt x="9880" y="13125"/>
                  </a:cubicBezTo>
                  <a:cubicBezTo>
                    <a:pt x="9842" y="13104"/>
                    <a:pt x="9802" y="13094"/>
                    <a:pt x="9762" y="13094"/>
                  </a:cubicBezTo>
                  <a:cubicBezTo>
                    <a:pt x="9717" y="13094"/>
                    <a:pt x="9673" y="13107"/>
                    <a:pt x="9633" y="13132"/>
                  </a:cubicBezTo>
                  <a:lnTo>
                    <a:pt x="8937" y="13594"/>
                  </a:lnTo>
                  <a:cubicBezTo>
                    <a:pt x="8922" y="13605"/>
                    <a:pt x="8904" y="13610"/>
                    <a:pt x="8885" y="13610"/>
                  </a:cubicBezTo>
                  <a:cubicBezTo>
                    <a:pt x="8862" y="13610"/>
                    <a:pt x="8838" y="13602"/>
                    <a:pt x="8821" y="13584"/>
                  </a:cubicBezTo>
                  <a:lnTo>
                    <a:pt x="8505" y="13269"/>
                  </a:lnTo>
                  <a:cubicBezTo>
                    <a:pt x="8475" y="13235"/>
                    <a:pt x="8471" y="13187"/>
                    <a:pt x="8495" y="13152"/>
                  </a:cubicBezTo>
                  <a:lnTo>
                    <a:pt x="8958" y="12457"/>
                  </a:lnTo>
                  <a:cubicBezTo>
                    <a:pt x="9006" y="12385"/>
                    <a:pt x="9009" y="12289"/>
                    <a:pt x="8965" y="12213"/>
                  </a:cubicBezTo>
                  <a:cubicBezTo>
                    <a:pt x="8872" y="12046"/>
                    <a:pt x="8800" y="11871"/>
                    <a:pt x="8749" y="11689"/>
                  </a:cubicBezTo>
                  <a:cubicBezTo>
                    <a:pt x="8725" y="11604"/>
                    <a:pt x="8656" y="11538"/>
                    <a:pt x="8567" y="11521"/>
                  </a:cubicBezTo>
                  <a:lnTo>
                    <a:pt x="7751" y="11357"/>
                  </a:lnTo>
                  <a:cubicBezTo>
                    <a:pt x="7707" y="11350"/>
                    <a:pt x="7676" y="11312"/>
                    <a:pt x="7676" y="11268"/>
                  </a:cubicBezTo>
                  <a:lnTo>
                    <a:pt x="7676" y="10822"/>
                  </a:lnTo>
                  <a:cubicBezTo>
                    <a:pt x="7676" y="10778"/>
                    <a:pt x="7707" y="10740"/>
                    <a:pt x="7751" y="10730"/>
                  </a:cubicBezTo>
                  <a:lnTo>
                    <a:pt x="7799" y="10719"/>
                  </a:lnTo>
                  <a:cubicBezTo>
                    <a:pt x="7933" y="10699"/>
                    <a:pt x="8019" y="10572"/>
                    <a:pt x="7991" y="10442"/>
                  </a:cubicBezTo>
                  <a:cubicBezTo>
                    <a:pt x="7971" y="10330"/>
                    <a:pt x="7872" y="10254"/>
                    <a:pt x="7762" y="10254"/>
                  </a:cubicBezTo>
                  <a:cubicBezTo>
                    <a:pt x="7744" y="10254"/>
                    <a:pt x="7725" y="10256"/>
                    <a:pt x="7707" y="10260"/>
                  </a:cubicBezTo>
                  <a:lnTo>
                    <a:pt x="7659" y="10270"/>
                  </a:lnTo>
                  <a:cubicBezTo>
                    <a:pt x="7395" y="10322"/>
                    <a:pt x="7207" y="10551"/>
                    <a:pt x="7207" y="10822"/>
                  </a:cubicBezTo>
                  <a:lnTo>
                    <a:pt x="7207" y="11268"/>
                  </a:lnTo>
                  <a:cubicBezTo>
                    <a:pt x="7207" y="11535"/>
                    <a:pt x="7395" y="11765"/>
                    <a:pt x="7659" y="11819"/>
                  </a:cubicBezTo>
                  <a:lnTo>
                    <a:pt x="8337" y="11953"/>
                  </a:lnTo>
                  <a:cubicBezTo>
                    <a:pt x="8379" y="12076"/>
                    <a:pt x="8427" y="12196"/>
                    <a:pt x="8485" y="12313"/>
                  </a:cubicBezTo>
                  <a:lnTo>
                    <a:pt x="8101" y="12892"/>
                  </a:lnTo>
                  <a:cubicBezTo>
                    <a:pt x="7954" y="13115"/>
                    <a:pt x="7981" y="13409"/>
                    <a:pt x="8170" y="13601"/>
                  </a:cubicBezTo>
                  <a:lnTo>
                    <a:pt x="8485" y="13917"/>
                  </a:lnTo>
                  <a:cubicBezTo>
                    <a:pt x="8594" y="14024"/>
                    <a:pt x="8738" y="14079"/>
                    <a:pt x="8882" y="14079"/>
                  </a:cubicBezTo>
                  <a:cubicBezTo>
                    <a:pt x="8990" y="14079"/>
                    <a:pt x="9099" y="14048"/>
                    <a:pt x="9194" y="13985"/>
                  </a:cubicBezTo>
                  <a:lnTo>
                    <a:pt x="9773" y="13601"/>
                  </a:lnTo>
                  <a:cubicBezTo>
                    <a:pt x="9890" y="13660"/>
                    <a:pt x="10010" y="13708"/>
                    <a:pt x="10133" y="13749"/>
                  </a:cubicBezTo>
                  <a:lnTo>
                    <a:pt x="10267" y="14427"/>
                  </a:lnTo>
                  <a:cubicBezTo>
                    <a:pt x="10322" y="14691"/>
                    <a:pt x="10551" y="14880"/>
                    <a:pt x="10818" y="14880"/>
                  </a:cubicBezTo>
                  <a:lnTo>
                    <a:pt x="11264" y="14880"/>
                  </a:lnTo>
                  <a:cubicBezTo>
                    <a:pt x="11266" y="14880"/>
                    <a:pt x="11269" y="14880"/>
                    <a:pt x="11271" y="14880"/>
                  </a:cubicBezTo>
                  <a:cubicBezTo>
                    <a:pt x="11539" y="14880"/>
                    <a:pt x="11765" y="14689"/>
                    <a:pt x="11819" y="14431"/>
                  </a:cubicBezTo>
                  <a:lnTo>
                    <a:pt x="11956" y="13752"/>
                  </a:lnTo>
                  <a:cubicBezTo>
                    <a:pt x="12080" y="13708"/>
                    <a:pt x="12199" y="13660"/>
                    <a:pt x="12316" y="13601"/>
                  </a:cubicBezTo>
                  <a:lnTo>
                    <a:pt x="12892" y="13989"/>
                  </a:lnTo>
                  <a:cubicBezTo>
                    <a:pt x="12986" y="14051"/>
                    <a:pt x="13094" y="14081"/>
                    <a:pt x="13201" y="14081"/>
                  </a:cubicBezTo>
                  <a:cubicBezTo>
                    <a:pt x="13347" y="14081"/>
                    <a:pt x="13492" y="14025"/>
                    <a:pt x="13601" y="13917"/>
                  </a:cubicBezTo>
                  <a:lnTo>
                    <a:pt x="13916" y="13601"/>
                  </a:lnTo>
                  <a:cubicBezTo>
                    <a:pt x="14105" y="13413"/>
                    <a:pt x="14136" y="13115"/>
                    <a:pt x="13988" y="12892"/>
                  </a:cubicBezTo>
                  <a:lnTo>
                    <a:pt x="13601" y="12316"/>
                  </a:lnTo>
                  <a:cubicBezTo>
                    <a:pt x="13659" y="12200"/>
                    <a:pt x="13707" y="12080"/>
                    <a:pt x="13752" y="11956"/>
                  </a:cubicBezTo>
                  <a:lnTo>
                    <a:pt x="14430" y="11819"/>
                  </a:lnTo>
                  <a:cubicBezTo>
                    <a:pt x="14691" y="11768"/>
                    <a:pt x="14883" y="11535"/>
                    <a:pt x="14883" y="11268"/>
                  </a:cubicBezTo>
                  <a:lnTo>
                    <a:pt x="14883" y="10822"/>
                  </a:lnTo>
                  <a:cubicBezTo>
                    <a:pt x="14883" y="10555"/>
                    <a:pt x="14694" y="10322"/>
                    <a:pt x="14434" y="10270"/>
                  </a:cubicBezTo>
                  <a:lnTo>
                    <a:pt x="13752" y="10133"/>
                  </a:lnTo>
                  <a:cubicBezTo>
                    <a:pt x="13711" y="10010"/>
                    <a:pt x="13663" y="9890"/>
                    <a:pt x="13604" y="9774"/>
                  </a:cubicBezTo>
                  <a:lnTo>
                    <a:pt x="13988" y="9198"/>
                  </a:lnTo>
                  <a:cubicBezTo>
                    <a:pt x="14136" y="8975"/>
                    <a:pt x="14108" y="8677"/>
                    <a:pt x="13920" y="8489"/>
                  </a:cubicBezTo>
                  <a:lnTo>
                    <a:pt x="13604" y="8173"/>
                  </a:lnTo>
                  <a:cubicBezTo>
                    <a:pt x="13494" y="8063"/>
                    <a:pt x="13351" y="8007"/>
                    <a:pt x="13206" y="8007"/>
                  </a:cubicBezTo>
                  <a:cubicBezTo>
                    <a:pt x="13098" y="8007"/>
                    <a:pt x="12990" y="8038"/>
                    <a:pt x="12895" y="8101"/>
                  </a:cubicBezTo>
                  <a:lnTo>
                    <a:pt x="12316" y="8489"/>
                  </a:lnTo>
                  <a:cubicBezTo>
                    <a:pt x="12199" y="8430"/>
                    <a:pt x="12080" y="8379"/>
                    <a:pt x="11956" y="8338"/>
                  </a:cubicBezTo>
                  <a:lnTo>
                    <a:pt x="11819" y="7659"/>
                  </a:lnTo>
                  <a:cubicBezTo>
                    <a:pt x="11768" y="7395"/>
                    <a:pt x="11535" y="7207"/>
                    <a:pt x="11267" y="7207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05" name="Google Shape;305;p28"/>
          <p:cNvGrpSpPr/>
          <p:nvPr/>
        </p:nvGrpSpPr>
        <p:grpSpPr>
          <a:xfrm>
            <a:off x="5120059" y="1656411"/>
            <a:ext cx="548630" cy="521207"/>
            <a:chOff x="2645009" y="3360008"/>
            <a:chExt cx="382161" cy="369991"/>
          </a:xfrm>
        </p:grpSpPr>
        <p:sp>
          <p:nvSpPr>
            <p:cNvPr id="306" name="Google Shape;306;p28"/>
            <p:cNvSpPr/>
            <p:nvPr/>
          </p:nvSpPr>
          <p:spPr>
            <a:xfrm>
              <a:off x="2669112" y="3666607"/>
              <a:ext cx="57963" cy="57963"/>
            </a:xfrm>
            <a:custGeom>
              <a:rect b="b" l="l" r="r" t="t"/>
              <a:pathLst>
                <a:path extrusionOk="0" h="2210" w="2210">
                  <a:moveTo>
                    <a:pt x="1" y="1"/>
                  </a:moveTo>
                  <a:lnTo>
                    <a:pt x="1" y="2209"/>
                  </a:lnTo>
                  <a:lnTo>
                    <a:pt x="2209" y="2209"/>
                  </a:lnTo>
                  <a:lnTo>
                    <a:pt x="2209" y="1"/>
                  </a:lnTo>
                  <a:close/>
                </a:path>
              </a:pathLst>
            </a:custGeom>
            <a:solidFill>
              <a:srgbClr val="7F91A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" name="Google Shape;307;p28"/>
            <p:cNvSpPr/>
            <p:nvPr/>
          </p:nvSpPr>
          <p:spPr>
            <a:xfrm>
              <a:off x="2669112" y="3666607"/>
              <a:ext cx="57963" cy="17441"/>
            </a:xfrm>
            <a:custGeom>
              <a:rect b="b" l="l" r="r" t="t"/>
              <a:pathLst>
                <a:path extrusionOk="0" h="665" w="2210">
                  <a:moveTo>
                    <a:pt x="1" y="1"/>
                  </a:moveTo>
                  <a:lnTo>
                    <a:pt x="1" y="665"/>
                  </a:lnTo>
                  <a:lnTo>
                    <a:pt x="2209" y="665"/>
                  </a:lnTo>
                  <a:lnTo>
                    <a:pt x="2209" y="1"/>
                  </a:lnTo>
                  <a:close/>
                </a:path>
              </a:pathLst>
            </a:custGeom>
            <a:solidFill>
              <a:srgbClr val="6E829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" name="Google Shape;308;p28"/>
            <p:cNvSpPr/>
            <p:nvPr/>
          </p:nvSpPr>
          <p:spPr>
            <a:xfrm>
              <a:off x="2663316" y="3643396"/>
              <a:ext cx="63628" cy="23238"/>
            </a:xfrm>
            <a:custGeom>
              <a:rect b="b" l="l" r="r" t="t"/>
              <a:pathLst>
                <a:path extrusionOk="0" h="886" w="2426">
                  <a:moveTo>
                    <a:pt x="443" y="0"/>
                  </a:moveTo>
                  <a:cubicBezTo>
                    <a:pt x="198" y="0"/>
                    <a:pt x="0" y="198"/>
                    <a:pt x="0" y="443"/>
                  </a:cubicBezTo>
                  <a:cubicBezTo>
                    <a:pt x="0" y="688"/>
                    <a:pt x="198" y="886"/>
                    <a:pt x="443" y="886"/>
                  </a:cubicBezTo>
                  <a:lnTo>
                    <a:pt x="2425" y="886"/>
                  </a:lnTo>
                  <a:lnTo>
                    <a:pt x="2425" y="0"/>
                  </a:lnTo>
                  <a:close/>
                </a:path>
              </a:pathLst>
            </a:custGeom>
            <a:solidFill>
              <a:srgbClr val="F4F6F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" name="Google Shape;309;p28"/>
            <p:cNvSpPr/>
            <p:nvPr/>
          </p:nvSpPr>
          <p:spPr>
            <a:xfrm>
              <a:off x="2721226" y="3463947"/>
              <a:ext cx="46344" cy="260623"/>
            </a:xfrm>
            <a:custGeom>
              <a:rect b="b" l="l" r="r" t="t"/>
              <a:pathLst>
                <a:path extrusionOk="0" h="9937" w="1767">
                  <a:moveTo>
                    <a:pt x="222" y="0"/>
                  </a:moveTo>
                  <a:lnTo>
                    <a:pt x="1" y="9936"/>
                  </a:lnTo>
                  <a:lnTo>
                    <a:pt x="1767" y="9936"/>
                  </a:lnTo>
                  <a:lnTo>
                    <a:pt x="1545" y="0"/>
                  </a:lnTo>
                  <a:close/>
                </a:path>
              </a:pathLst>
            </a:custGeom>
            <a:solidFill>
              <a:srgbClr val="8A9BA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" name="Google Shape;310;p28"/>
            <p:cNvSpPr/>
            <p:nvPr/>
          </p:nvSpPr>
          <p:spPr>
            <a:xfrm>
              <a:off x="2790782" y="3527549"/>
              <a:ext cx="34725" cy="92767"/>
            </a:xfrm>
            <a:custGeom>
              <a:rect b="b" l="l" r="r" t="t"/>
              <a:pathLst>
                <a:path extrusionOk="0" h="3537" w="1324">
                  <a:moveTo>
                    <a:pt x="221" y="0"/>
                  </a:moveTo>
                  <a:lnTo>
                    <a:pt x="0" y="3537"/>
                  </a:lnTo>
                  <a:lnTo>
                    <a:pt x="1323" y="3537"/>
                  </a:lnTo>
                  <a:lnTo>
                    <a:pt x="1102" y="0"/>
                  </a:lnTo>
                  <a:close/>
                </a:path>
              </a:pathLst>
            </a:custGeom>
            <a:solidFill>
              <a:srgbClr val="8A9BA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" name="Google Shape;311;p28"/>
            <p:cNvSpPr/>
            <p:nvPr/>
          </p:nvSpPr>
          <p:spPr>
            <a:xfrm>
              <a:off x="2726655" y="3463947"/>
              <a:ext cx="35486" cy="17310"/>
            </a:xfrm>
            <a:custGeom>
              <a:rect b="b" l="l" r="r" t="t"/>
              <a:pathLst>
                <a:path extrusionOk="0" h="660" w="1353">
                  <a:moveTo>
                    <a:pt x="15" y="0"/>
                  </a:moveTo>
                  <a:lnTo>
                    <a:pt x="1" y="659"/>
                  </a:lnTo>
                  <a:lnTo>
                    <a:pt x="1353" y="659"/>
                  </a:lnTo>
                  <a:lnTo>
                    <a:pt x="1338" y="0"/>
                  </a:lnTo>
                  <a:close/>
                </a:path>
              </a:pathLst>
            </a:custGeom>
            <a:solidFill>
              <a:srgbClr val="9DAB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" name="Google Shape;312;p28"/>
            <p:cNvSpPr/>
            <p:nvPr/>
          </p:nvSpPr>
          <p:spPr>
            <a:xfrm>
              <a:off x="2795450" y="3527549"/>
              <a:ext cx="25388" cy="17441"/>
            </a:xfrm>
            <a:custGeom>
              <a:rect b="b" l="l" r="r" t="t"/>
              <a:pathLst>
                <a:path extrusionOk="0" h="665" w="968">
                  <a:moveTo>
                    <a:pt x="43" y="0"/>
                  </a:moveTo>
                  <a:lnTo>
                    <a:pt x="0" y="664"/>
                  </a:lnTo>
                  <a:lnTo>
                    <a:pt x="967" y="664"/>
                  </a:lnTo>
                  <a:lnTo>
                    <a:pt x="924" y="0"/>
                  </a:lnTo>
                  <a:close/>
                </a:path>
              </a:pathLst>
            </a:custGeom>
            <a:solidFill>
              <a:srgbClr val="9DAB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" name="Google Shape;313;p28"/>
            <p:cNvSpPr/>
            <p:nvPr/>
          </p:nvSpPr>
          <p:spPr>
            <a:xfrm>
              <a:off x="2848692" y="3527549"/>
              <a:ext cx="34725" cy="92767"/>
            </a:xfrm>
            <a:custGeom>
              <a:rect b="b" l="l" r="r" t="t"/>
              <a:pathLst>
                <a:path extrusionOk="0" h="3537" w="1324">
                  <a:moveTo>
                    <a:pt x="222" y="0"/>
                  </a:moveTo>
                  <a:lnTo>
                    <a:pt x="1" y="3537"/>
                  </a:lnTo>
                  <a:lnTo>
                    <a:pt x="1324" y="3537"/>
                  </a:lnTo>
                  <a:lnTo>
                    <a:pt x="1103" y="0"/>
                  </a:lnTo>
                  <a:close/>
                </a:path>
              </a:pathLst>
            </a:custGeom>
            <a:solidFill>
              <a:srgbClr val="8A9BA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" name="Google Shape;314;p28"/>
            <p:cNvSpPr/>
            <p:nvPr/>
          </p:nvSpPr>
          <p:spPr>
            <a:xfrm>
              <a:off x="2853361" y="3527549"/>
              <a:ext cx="25388" cy="17441"/>
            </a:xfrm>
            <a:custGeom>
              <a:rect b="b" l="l" r="r" t="t"/>
              <a:pathLst>
                <a:path extrusionOk="0" h="665" w="968">
                  <a:moveTo>
                    <a:pt x="44" y="0"/>
                  </a:moveTo>
                  <a:lnTo>
                    <a:pt x="1" y="664"/>
                  </a:lnTo>
                  <a:lnTo>
                    <a:pt x="968" y="664"/>
                  </a:lnTo>
                  <a:lnTo>
                    <a:pt x="925" y="0"/>
                  </a:lnTo>
                  <a:close/>
                </a:path>
              </a:pathLst>
            </a:custGeom>
            <a:solidFill>
              <a:srgbClr val="9DAB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" name="Google Shape;315;p28"/>
            <p:cNvSpPr/>
            <p:nvPr/>
          </p:nvSpPr>
          <p:spPr>
            <a:xfrm>
              <a:off x="2906629" y="3527549"/>
              <a:ext cx="34725" cy="92767"/>
            </a:xfrm>
            <a:custGeom>
              <a:rect b="b" l="l" r="r" t="t"/>
              <a:pathLst>
                <a:path extrusionOk="0" h="3537" w="1324">
                  <a:moveTo>
                    <a:pt x="217" y="0"/>
                  </a:moveTo>
                  <a:lnTo>
                    <a:pt x="0" y="3537"/>
                  </a:lnTo>
                  <a:lnTo>
                    <a:pt x="1324" y="3537"/>
                  </a:lnTo>
                  <a:lnTo>
                    <a:pt x="1102" y="0"/>
                  </a:lnTo>
                  <a:close/>
                </a:path>
              </a:pathLst>
            </a:custGeom>
            <a:solidFill>
              <a:srgbClr val="8A9BA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" name="Google Shape;316;p28"/>
            <p:cNvSpPr/>
            <p:nvPr/>
          </p:nvSpPr>
          <p:spPr>
            <a:xfrm>
              <a:off x="2911297" y="3527549"/>
              <a:ext cx="25388" cy="17441"/>
            </a:xfrm>
            <a:custGeom>
              <a:rect b="b" l="l" r="r" t="t"/>
              <a:pathLst>
                <a:path extrusionOk="0" h="665" w="968">
                  <a:moveTo>
                    <a:pt x="39" y="0"/>
                  </a:moveTo>
                  <a:lnTo>
                    <a:pt x="0" y="664"/>
                  </a:lnTo>
                  <a:lnTo>
                    <a:pt x="968" y="664"/>
                  </a:lnTo>
                  <a:lnTo>
                    <a:pt x="924" y="0"/>
                  </a:lnTo>
                  <a:close/>
                </a:path>
              </a:pathLst>
            </a:custGeom>
            <a:solidFill>
              <a:srgbClr val="9DAB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" name="Google Shape;317;p28"/>
            <p:cNvSpPr/>
            <p:nvPr/>
          </p:nvSpPr>
          <p:spPr>
            <a:xfrm>
              <a:off x="2744333" y="3643396"/>
              <a:ext cx="243339" cy="81174"/>
            </a:xfrm>
            <a:custGeom>
              <a:rect b="b" l="l" r="r" t="t"/>
              <a:pathLst>
                <a:path extrusionOk="0" h="3095" w="9278">
                  <a:moveTo>
                    <a:pt x="0" y="0"/>
                  </a:moveTo>
                  <a:lnTo>
                    <a:pt x="0" y="3094"/>
                  </a:lnTo>
                  <a:lnTo>
                    <a:pt x="9277" y="3094"/>
                  </a:lnTo>
                  <a:lnTo>
                    <a:pt x="9277" y="0"/>
                  </a:lnTo>
                  <a:close/>
                </a:path>
              </a:pathLst>
            </a:custGeom>
            <a:solidFill>
              <a:srgbClr val="9DABB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" name="Google Shape;318;p28"/>
            <p:cNvSpPr/>
            <p:nvPr/>
          </p:nvSpPr>
          <p:spPr>
            <a:xfrm>
              <a:off x="2744333" y="3643396"/>
              <a:ext cx="243339" cy="17441"/>
            </a:xfrm>
            <a:custGeom>
              <a:rect b="b" l="l" r="r" t="t"/>
              <a:pathLst>
                <a:path extrusionOk="0" h="665" w="9278">
                  <a:moveTo>
                    <a:pt x="0" y="0"/>
                  </a:moveTo>
                  <a:lnTo>
                    <a:pt x="0" y="664"/>
                  </a:lnTo>
                  <a:lnTo>
                    <a:pt x="9277" y="664"/>
                  </a:lnTo>
                  <a:lnTo>
                    <a:pt x="9277" y="0"/>
                  </a:lnTo>
                  <a:close/>
                </a:path>
              </a:pathLst>
            </a:custGeom>
            <a:solidFill>
              <a:srgbClr val="8A9BA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" name="Google Shape;319;p28"/>
            <p:cNvSpPr/>
            <p:nvPr/>
          </p:nvSpPr>
          <p:spPr>
            <a:xfrm>
              <a:off x="2738641" y="3620289"/>
              <a:ext cx="254826" cy="23133"/>
            </a:xfrm>
            <a:custGeom>
              <a:rect b="b" l="l" r="r" t="t"/>
              <a:pathLst>
                <a:path extrusionOk="0" h="882" w="9716">
                  <a:moveTo>
                    <a:pt x="439" y="1"/>
                  </a:moveTo>
                  <a:cubicBezTo>
                    <a:pt x="198" y="1"/>
                    <a:pt x="1" y="198"/>
                    <a:pt x="1" y="443"/>
                  </a:cubicBezTo>
                  <a:cubicBezTo>
                    <a:pt x="1" y="684"/>
                    <a:pt x="198" y="881"/>
                    <a:pt x="439" y="881"/>
                  </a:cubicBezTo>
                  <a:lnTo>
                    <a:pt x="9273" y="881"/>
                  </a:lnTo>
                  <a:cubicBezTo>
                    <a:pt x="9519" y="881"/>
                    <a:pt x="9716" y="684"/>
                    <a:pt x="9716" y="443"/>
                  </a:cubicBezTo>
                  <a:cubicBezTo>
                    <a:pt x="9716" y="198"/>
                    <a:pt x="9519" y="1"/>
                    <a:pt x="9273" y="1"/>
                  </a:cubicBezTo>
                  <a:close/>
                </a:path>
              </a:pathLst>
            </a:custGeom>
            <a:solidFill>
              <a:srgbClr val="F4F6F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" name="Google Shape;320;p28"/>
            <p:cNvSpPr/>
            <p:nvPr/>
          </p:nvSpPr>
          <p:spPr>
            <a:xfrm>
              <a:off x="2736569" y="3365384"/>
              <a:ext cx="290601" cy="127492"/>
            </a:xfrm>
            <a:custGeom>
              <a:rect b="b" l="l" r="r" t="t"/>
              <a:pathLst>
                <a:path extrusionOk="0" h="4861" w="11080">
                  <a:moveTo>
                    <a:pt x="8029" y="0"/>
                  </a:moveTo>
                  <a:cubicBezTo>
                    <a:pt x="7399" y="0"/>
                    <a:pt x="6797" y="245"/>
                    <a:pt x="6345" y="683"/>
                  </a:cubicBezTo>
                  <a:cubicBezTo>
                    <a:pt x="6005" y="375"/>
                    <a:pt x="5580" y="223"/>
                    <a:pt x="5156" y="223"/>
                  </a:cubicBezTo>
                  <a:cubicBezTo>
                    <a:pt x="4661" y="223"/>
                    <a:pt x="4169" y="430"/>
                    <a:pt x="3819" y="837"/>
                  </a:cubicBezTo>
                  <a:cubicBezTo>
                    <a:pt x="3612" y="719"/>
                    <a:pt x="3389" y="665"/>
                    <a:pt x="3171" y="665"/>
                  </a:cubicBezTo>
                  <a:cubicBezTo>
                    <a:pt x="2596" y="665"/>
                    <a:pt x="2050" y="1044"/>
                    <a:pt x="1889" y="1650"/>
                  </a:cubicBezTo>
                  <a:cubicBezTo>
                    <a:pt x="1766" y="1580"/>
                    <a:pt x="1636" y="1548"/>
                    <a:pt x="1509" y="1548"/>
                  </a:cubicBezTo>
                  <a:cubicBezTo>
                    <a:pt x="1124" y="1548"/>
                    <a:pt x="770" y="1845"/>
                    <a:pt x="749" y="2276"/>
                  </a:cubicBezTo>
                  <a:cubicBezTo>
                    <a:pt x="674" y="2231"/>
                    <a:pt x="595" y="2211"/>
                    <a:pt x="520" y="2211"/>
                  </a:cubicBezTo>
                  <a:cubicBezTo>
                    <a:pt x="242" y="2211"/>
                    <a:pt x="1" y="2484"/>
                    <a:pt x="99" y="2791"/>
                  </a:cubicBezTo>
                  <a:cubicBezTo>
                    <a:pt x="166" y="2990"/>
                    <a:pt x="344" y="3093"/>
                    <a:pt x="522" y="3093"/>
                  </a:cubicBezTo>
                  <a:cubicBezTo>
                    <a:pt x="687" y="3093"/>
                    <a:pt x="852" y="3003"/>
                    <a:pt x="927" y="2820"/>
                  </a:cubicBezTo>
                  <a:cubicBezTo>
                    <a:pt x="1079" y="3003"/>
                    <a:pt x="1296" y="3093"/>
                    <a:pt x="1512" y="3093"/>
                  </a:cubicBezTo>
                  <a:cubicBezTo>
                    <a:pt x="1740" y="3093"/>
                    <a:pt x="1967" y="2993"/>
                    <a:pt x="2120" y="2796"/>
                  </a:cubicBezTo>
                  <a:cubicBezTo>
                    <a:pt x="2377" y="3133"/>
                    <a:pt x="2769" y="3313"/>
                    <a:pt x="3168" y="3313"/>
                  </a:cubicBezTo>
                  <a:cubicBezTo>
                    <a:pt x="3390" y="3313"/>
                    <a:pt x="3614" y="3257"/>
                    <a:pt x="3819" y="3142"/>
                  </a:cubicBezTo>
                  <a:cubicBezTo>
                    <a:pt x="4163" y="3541"/>
                    <a:pt x="4656" y="3755"/>
                    <a:pt x="5158" y="3755"/>
                  </a:cubicBezTo>
                  <a:cubicBezTo>
                    <a:pt x="5406" y="3755"/>
                    <a:pt x="5657" y="3703"/>
                    <a:pt x="5892" y="3594"/>
                  </a:cubicBezTo>
                  <a:cubicBezTo>
                    <a:pt x="6353" y="4435"/>
                    <a:pt x="7192" y="4860"/>
                    <a:pt x="8030" y="4860"/>
                  </a:cubicBezTo>
                  <a:cubicBezTo>
                    <a:pt x="8838" y="4860"/>
                    <a:pt x="9645" y="4467"/>
                    <a:pt x="10117" y="3671"/>
                  </a:cubicBezTo>
                  <a:cubicBezTo>
                    <a:pt x="11080" y="2050"/>
                    <a:pt x="9910" y="0"/>
                    <a:pt x="8029" y="0"/>
                  </a:cubicBezTo>
                  <a:close/>
                </a:path>
              </a:pathLst>
            </a:custGeom>
            <a:solidFill>
              <a:srgbClr val="F4F6F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" name="Google Shape;321;p28"/>
            <p:cNvSpPr/>
            <p:nvPr/>
          </p:nvSpPr>
          <p:spPr>
            <a:xfrm>
              <a:off x="2735494" y="3383298"/>
              <a:ext cx="270983" cy="109683"/>
            </a:xfrm>
            <a:custGeom>
              <a:rect b="b" l="l" r="r" t="t"/>
              <a:pathLst>
                <a:path extrusionOk="0" h="4182" w="10332">
                  <a:moveTo>
                    <a:pt x="2994" y="0"/>
                  </a:moveTo>
                  <a:cubicBezTo>
                    <a:pt x="2479" y="87"/>
                    <a:pt x="2065" y="462"/>
                    <a:pt x="1930" y="967"/>
                  </a:cubicBezTo>
                  <a:cubicBezTo>
                    <a:pt x="1807" y="897"/>
                    <a:pt x="1677" y="865"/>
                    <a:pt x="1550" y="865"/>
                  </a:cubicBezTo>
                  <a:cubicBezTo>
                    <a:pt x="1165" y="865"/>
                    <a:pt x="811" y="1162"/>
                    <a:pt x="790" y="1593"/>
                  </a:cubicBezTo>
                  <a:cubicBezTo>
                    <a:pt x="722" y="1550"/>
                    <a:pt x="641" y="1526"/>
                    <a:pt x="564" y="1526"/>
                  </a:cubicBezTo>
                  <a:cubicBezTo>
                    <a:pt x="208" y="1526"/>
                    <a:pt x="1" y="1920"/>
                    <a:pt x="193" y="2214"/>
                  </a:cubicBezTo>
                  <a:cubicBezTo>
                    <a:pt x="282" y="2346"/>
                    <a:pt x="422" y="2410"/>
                    <a:pt x="562" y="2410"/>
                  </a:cubicBezTo>
                  <a:cubicBezTo>
                    <a:pt x="731" y="2410"/>
                    <a:pt x="899" y="2316"/>
                    <a:pt x="973" y="2137"/>
                  </a:cubicBezTo>
                  <a:cubicBezTo>
                    <a:pt x="1126" y="2320"/>
                    <a:pt x="1342" y="2412"/>
                    <a:pt x="1558" y="2412"/>
                  </a:cubicBezTo>
                  <a:cubicBezTo>
                    <a:pt x="1783" y="2412"/>
                    <a:pt x="2009" y="2312"/>
                    <a:pt x="2161" y="2113"/>
                  </a:cubicBezTo>
                  <a:cubicBezTo>
                    <a:pt x="2421" y="2450"/>
                    <a:pt x="2814" y="2632"/>
                    <a:pt x="3214" y="2632"/>
                  </a:cubicBezTo>
                  <a:cubicBezTo>
                    <a:pt x="3436" y="2632"/>
                    <a:pt x="3660" y="2576"/>
                    <a:pt x="3864" y="2459"/>
                  </a:cubicBezTo>
                  <a:cubicBezTo>
                    <a:pt x="4209" y="2858"/>
                    <a:pt x="4702" y="3074"/>
                    <a:pt x="5204" y="3074"/>
                  </a:cubicBezTo>
                  <a:cubicBezTo>
                    <a:pt x="5452" y="3074"/>
                    <a:pt x="5702" y="3021"/>
                    <a:pt x="5938" y="2911"/>
                  </a:cubicBezTo>
                  <a:cubicBezTo>
                    <a:pt x="6362" y="3695"/>
                    <a:pt x="7183" y="4181"/>
                    <a:pt x="8070" y="4181"/>
                  </a:cubicBezTo>
                  <a:cubicBezTo>
                    <a:pt x="8120" y="4181"/>
                    <a:pt x="8169" y="4180"/>
                    <a:pt x="8219" y="4177"/>
                  </a:cubicBezTo>
                  <a:cubicBezTo>
                    <a:pt x="9157" y="4119"/>
                    <a:pt x="9980" y="3523"/>
                    <a:pt x="10331" y="2647"/>
                  </a:cubicBezTo>
                  <a:lnTo>
                    <a:pt x="10331" y="2647"/>
                  </a:lnTo>
                  <a:cubicBezTo>
                    <a:pt x="9922" y="2926"/>
                    <a:pt x="9441" y="3075"/>
                    <a:pt x="8950" y="3075"/>
                  </a:cubicBezTo>
                  <a:cubicBezTo>
                    <a:pt x="8089" y="3070"/>
                    <a:pt x="7290" y="2613"/>
                    <a:pt x="6857" y="1872"/>
                  </a:cubicBezTo>
                  <a:cubicBezTo>
                    <a:pt x="6840" y="1844"/>
                    <a:pt x="6812" y="1826"/>
                    <a:pt x="6783" y="1826"/>
                  </a:cubicBezTo>
                  <a:cubicBezTo>
                    <a:pt x="6772" y="1826"/>
                    <a:pt x="6762" y="1828"/>
                    <a:pt x="6751" y="1834"/>
                  </a:cubicBezTo>
                  <a:cubicBezTo>
                    <a:pt x="6532" y="1923"/>
                    <a:pt x="6305" y="1966"/>
                    <a:pt x="6081" y="1966"/>
                  </a:cubicBezTo>
                  <a:cubicBezTo>
                    <a:pt x="5459" y="1966"/>
                    <a:pt x="4865" y="1638"/>
                    <a:pt x="4543" y="1069"/>
                  </a:cubicBezTo>
                  <a:cubicBezTo>
                    <a:pt x="4528" y="1039"/>
                    <a:pt x="4499" y="1020"/>
                    <a:pt x="4468" y="1020"/>
                  </a:cubicBezTo>
                  <a:cubicBezTo>
                    <a:pt x="4459" y="1020"/>
                    <a:pt x="4451" y="1022"/>
                    <a:pt x="4442" y="1025"/>
                  </a:cubicBezTo>
                  <a:cubicBezTo>
                    <a:pt x="4326" y="1064"/>
                    <a:pt x="4211" y="1083"/>
                    <a:pt x="4095" y="1083"/>
                  </a:cubicBezTo>
                  <a:cubicBezTo>
                    <a:pt x="3494" y="1083"/>
                    <a:pt x="3003" y="602"/>
                    <a:pt x="2994" y="0"/>
                  </a:cubicBezTo>
                  <a:close/>
                </a:path>
              </a:pathLst>
            </a:custGeom>
            <a:solidFill>
              <a:srgbClr val="EAEEF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" name="Google Shape;322;p28"/>
            <p:cNvSpPr/>
            <p:nvPr/>
          </p:nvSpPr>
          <p:spPr>
            <a:xfrm>
              <a:off x="2645009" y="3458492"/>
              <a:ext cx="373453" cy="271507"/>
            </a:xfrm>
            <a:custGeom>
              <a:rect b="b" l="l" r="r" t="t"/>
              <a:pathLst>
                <a:path extrusionOk="0" h="10352" w="14239">
                  <a:moveTo>
                    <a:pt x="6468" y="2840"/>
                  </a:moveTo>
                  <a:lnTo>
                    <a:pt x="6660" y="5963"/>
                  </a:lnTo>
                  <a:lnTo>
                    <a:pt x="5775" y="5963"/>
                  </a:lnTo>
                  <a:lnTo>
                    <a:pt x="5972" y="2840"/>
                  </a:lnTo>
                  <a:close/>
                  <a:moveTo>
                    <a:pt x="8676" y="2840"/>
                  </a:moveTo>
                  <a:lnTo>
                    <a:pt x="8869" y="5963"/>
                  </a:lnTo>
                  <a:lnTo>
                    <a:pt x="7983" y="5963"/>
                  </a:lnTo>
                  <a:lnTo>
                    <a:pt x="8181" y="2840"/>
                  </a:lnTo>
                  <a:close/>
                  <a:moveTo>
                    <a:pt x="10885" y="2840"/>
                  </a:moveTo>
                  <a:lnTo>
                    <a:pt x="11077" y="5963"/>
                  </a:lnTo>
                  <a:lnTo>
                    <a:pt x="10192" y="5963"/>
                  </a:lnTo>
                  <a:lnTo>
                    <a:pt x="10389" y="2840"/>
                  </a:lnTo>
                  <a:close/>
                  <a:moveTo>
                    <a:pt x="2763" y="7257"/>
                  </a:moveTo>
                  <a:lnTo>
                    <a:pt x="2753" y="7729"/>
                  </a:lnTo>
                  <a:lnTo>
                    <a:pt x="2022" y="7729"/>
                  </a:lnTo>
                  <a:cubicBezTo>
                    <a:pt x="1762" y="7743"/>
                    <a:pt x="1762" y="8128"/>
                    <a:pt x="2022" y="8143"/>
                  </a:cubicBezTo>
                  <a:lnTo>
                    <a:pt x="2743" y="8143"/>
                  </a:lnTo>
                  <a:lnTo>
                    <a:pt x="2705" y="9937"/>
                  </a:lnTo>
                  <a:lnTo>
                    <a:pt x="1127" y="9937"/>
                  </a:lnTo>
                  <a:lnTo>
                    <a:pt x="1127" y="8143"/>
                  </a:lnTo>
                  <a:lnTo>
                    <a:pt x="1141" y="8143"/>
                  </a:lnTo>
                  <a:cubicBezTo>
                    <a:pt x="1146" y="8143"/>
                    <a:pt x="1150" y="8143"/>
                    <a:pt x="1155" y="8143"/>
                  </a:cubicBezTo>
                  <a:cubicBezTo>
                    <a:pt x="1425" y="8143"/>
                    <a:pt x="1425" y="7728"/>
                    <a:pt x="1155" y="7728"/>
                  </a:cubicBezTo>
                  <a:cubicBezTo>
                    <a:pt x="1150" y="7728"/>
                    <a:pt x="1146" y="7729"/>
                    <a:pt x="1141" y="7729"/>
                  </a:cubicBezTo>
                  <a:cubicBezTo>
                    <a:pt x="823" y="7729"/>
                    <a:pt x="823" y="7257"/>
                    <a:pt x="1141" y="7257"/>
                  </a:cubicBezTo>
                  <a:close/>
                  <a:moveTo>
                    <a:pt x="4249" y="410"/>
                  </a:moveTo>
                  <a:lnTo>
                    <a:pt x="4374" y="5963"/>
                  </a:lnTo>
                  <a:lnTo>
                    <a:pt x="4014" y="5963"/>
                  </a:lnTo>
                  <a:cubicBezTo>
                    <a:pt x="3412" y="5963"/>
                    <a:pt x="3133" y="6704"/>
                    <a:pt x="3585" y="7098"/>
                  </a:cubicBezTo>
                  <a:lnTo>
                    <a:pt x="3585" y="9937"/>
                  </a:lnTo>
                  <a:lnTo>
                    <a:pt x="3119" y="9937"/>
                  </a:lnTo>
                  <a:lnTo>
                    <a:pt x="3330" y="410"/>
                  </a:lnTo>
                  <a:close/>
                  <a:moveTo>
                    <a:pt x="12843" y="6372"/>
                  </a:moveTo>
                  <a:cubicBezTo>
                    <a:pt x="12973" y="6372"/>
                    <a:pt x="13079" y="6478"/>
                    <a:pt x="13079" y="6608"/>
                  </a:cubicBezTo>
                  <a:lnTo>
                    <a:pt x="13079" y="6612"/>
                  </a:lnTo>
                  <a:cubicBezTo>
                    <a:pt x="13079" y="6738"/>
                    <a:pt x="12973" y="6843"/>
                    <a:pt x="12843" y="6843"/>
                  </a:cubicBezTo>
                  <a:lnTo>
                    <a:pt x="12400" y="6843"/>
                  </a:lnTo>
                  <a:cubicBezTo>
                    <a:pt x="12141" y="6858"/>
                    <a:pt x="12141" y="7243"/>
                    <a:pt x="12400" y="7257"/>
                  </a:cubicBezTo>
                  <a:lnTo>
                    <a:pt x="12862" y="7257"/>
                  </a:lnTo>
                  <a:lnTo>
                    <a:pt x="12862" y="9937"/>
                  </a:lnTo>
                  <a:lnTo>
                    <a:pt x="3994" y="9937"/>
                  </a:lnTo>
                  <a:lnTo>
                    <a:pt x="3994" y="7257"/>
                  </a:lnTo>
                  <a:lnTo>
                    <a:pt x="11520" y="7257"/>
                  </a:lnTo>
                  <a:cubicBezTo>
                    <a:pt x="11524" y="7257"/>
                    <a:pt x="11529" y="7258"/>
                    <a:pt x="11533" y="7258"/>
                  </a:cubicBezTo>
                  <a:cubicBezTo>
                    <a:pt x="11803" y="7258"/>
                    <a:pt x="11804" y="6843"/>
                    <a:pt x="11538" y="6843"/>
                  </a:cubicBezTo>
                  <a:cubicBezTo>
                    <a:pt x="11532" y="6843"/>
                    <a:pt x="11526" y="6843"/>
                    <a:pt x="11520" y="6843"/>
                  </a:cubicBezTo>
                  <a:lnTo>
                    <a:pt x="4009" y="6843"/>
                  </a:lnTo>
                  <a:cubicBezTo>
                    <a:pt x="3696" y="6843"/>
                    <a:pt x="3696" y="6372"/>
                    <a:pt x="4009" y="6372"/>
                  </a:cubicBezTo>
                  <a:close/>
                  <a:moveTo>
                    <a:pt x="3124" y="1"/>
                  </a:moveTo>
                  <a:cubicBezTo>
                    <a:pt x="3013" y="1"/>
                    <a:pt x="2926" y="91"/>
                    <a:pt x="2926" y="203"/>
                  </a:cubicBezTo>
                  <a:lnTo>
                    <a:pt x="2777" y="6843"/>
                  </a:lnTo>
                  <a:lnTo>
                    <a:pt x="1146" y="6843"/>
                  </a:lnTo>
                  <a:cubicBezTo>
                    <a:pt x="544" y="6843"/>
                    <a:pt x="265" y="7584"/>
                    <a:pt x="718" y="7979"/>
                  </a:cubicBezTo>
                  <a:lnTo>
                    <a:pt x="718" y="9937"/>
                  </a:lnTo>
                  <a:lnTo>
                    <a:pt x="260" y="9937"/>
                  </a:lnTo>
                  <a:cubicBezTo>
                    <a:pt x="1" y="9952"/>
                    <a:pt x="1" y="10337"/>
                    <a:pt x="260" y="10351"/>
                  </a:cubicBezTo>
                  <a:lnTo>
                    <a:pt x="13950" y="10351"/>
                  </a:lnTo>
                  <a:cubicBezTo>
                    <a:pt x="13954" y="10351"/>
                    <a:pt x="13959" y="10351"/>
                    <a:pt x="13964" y="10351"/>
                  </a:cubicBezTo>
                  <a:cubicBezTo>
                    <a:pt x="14237" y="10351"/>
                    <a:pt x="14239" y="9937"/>
                    <a:pt x="13968" y="9937"/>
                  </a:cubicBezTo>
                  <a:cubicBezTo>
                    <a:pt x="13962" y="9937"/>
                    <a:pt x="13956" y="9937"/>
                    <a:pt x="13950" y="9937"/>
                  </a:cubicBezTo>
                  <a:lnTo>
                    <a:pt x="13271" y="9937"/>
                  </a:lnTo>
                  <a:lnTo>
                    <a:pt x="13271" y="7098"/>
                  </a:lnTo>
                  <a:cubicBezTo>
                    <a:pt x="13724" y="6704"/>
                    <a:pt x="13440" y="5963"/>
                    <a:pt x="12843" y="5963"/>
                  </a:cubicBezTo>
                  <a:lnTo>
                    <a:pt x="11491" y="5963"/>
                  </a:lnTo>
                  <a:lnTo>
                    <a:pt x="11284" y="2624"/>
                  </a:lnTo>
                  <a:cubicBezTo>
                    <a:pt x="11275" y="2513"/>
                    <a:pt x="11188" y="2426"/>
                    <a:pt x="11077" y="2426"/>
                  </a:cubicBezTo>
                  <a:lnTo>
                    <a:pt x="10192" y="2426"/>
                  </a:lnTo>
                  <a:cubicBezTo>
                    <a:pt x="10086" y="2426"/>
                    <a:pt x="9995" y="2513"/>
                    <a:pt x="9985" y="2624"/>
                  </a:cubicBezTo>
                  <a:lnTo>
                    <a:pt x="9778" y="5963"/>
                  </a:lnTo>
                  <a:lnTo>
                    <a:pt x="9282" y="5963"/>
                  </a:lnTo>
                  <a:lnTo>
                    <a:pt x="9076" y="2624"/>
                  </a:lnTo>
                  <a:cubicBezTo>
                    <a:pt x="9066" y="2513"/>
                    <a:pt x="8979" y="2426"/>
                    <a:pt x="8869" y="2426"/>
                  </a:cubicBezTo>
                  <a:lnTo>
                    <a:pt x="7988" y="2426"/>
                  </a:lnTo>
                  <a:cubicBezTo>
                    <a:pt x="7877" y="2426"/>
                    <a:pt x="7791" y="2513"/>
                    <a:pt x="7781" y="2624"/>
                  </a:cubicBezTo>
                  <a:lnTo>
                    <a:pt x="7574" y="5963"/>
                  </a:lnTo>
                  <a:lnTo>
                    <a:pt x="7079" y="5963"/>
                  </a:lnTo>
                  <a:lnTo>
                    <a:pt x="6867" y="2624"/>
                  </a:lnTo>
                  <a:cubicBezTo>
                    <a:pt x="6862" y="2513"/>
                    <a:pt x="6771" y="2426"/>
                    <a:pt x="6665" y="2426"/>
                  </a:cubicBezTo>
                  <a:lnTo>
                    <a:pt x="5779" y="2426"/>
                  </a:lnTo>
                  <a:cubicBezTo>
                    <a:pt x="5669" y="2426"/>
                    <a:pt x="5582" y="2513"/>
                    <a:pt x="5573" y="2624"/>
                  </a:cubicBezTo>
                  <a:lnTo>
                    <a:pt x="5366" y="5963"/>
                  </a:lnTo>
                  <a:lnTo>
                    <a:pt x="4788" y="5963"/>
                  </a:lnTo>
                  <a:lnTo>
                    <a:pt x="4658" y="203"/>
                  </a:lnTo>
                  <a:cubicBezTo>
                    <a:pt x="4658" y="91"/>
                    <a:pt x="4571" y="1"/>
                    <a:pt x="4465" y="1"/>
                  </a:cubicBezTo>
                  <a:cubicBezTo>
                    <a:pt x="4462" y="1"/>
                    <a:pt x="4459" y="1"/>
                    <a:pt x="4456" y="1"/>
                  </a:cubicBezTo>
                  <a:lnTo>
                    <a:pt x="3133" y="1"/>
                  </a:lnTo>
                  <a:cubicBezTo>
                    <a:pt x="3130" y="1"/>
                    <a:pt x="3127" y="1"/>
                    <a:pt x="3124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" name="Google Shape;323;p28"/>
            <p:cNvSpPr/>
            <p:nvPr/>
          </p:nvSpPr>
          <p:spPr>
            <a:xfrm>
              <a:off x="2733239" y="3360008"/>
              <a:ext cx="286745" cy="138376"/>
            </a:xfrm>
            <a:custGeom>
              <a:rect b="b" l="l" r="r" t="t"/>
              <a:pathLst>
                <a:path extrusionOk="0" h="5276" w="10933">
                  <a:moveTo>
                    <a:pt x="8160" y="0"/>
                  </a:moveTo>
                  <a:cubicBezTo>
                    <a:pt x="7555" y="0"/>
                    <a:pt x="6953" y="209"/>
                    <a:pt x="6467" y="614"/>
                  </a:cubicBezTo>
                  <a:cubicBezTo>
                    <a:pt x="6115" y="349"/>
                    <a:pt x="5698" y="218"/>
                    <a:pt x="5284" y="218"/>
                  </a:cubicBezTo>
                  <a:cubicBezTo>
                    <a:pt x="4782" y="218"/>
                    <a:pt x="4282" y="410"/>
                    <a:pt x="3902" y="787"/>
                  </a:cubicBezTo>
                  <a:cubicBezTo>
                    <a:pt x="3704" y="701"/>
                    <a:pt x="3497" y="660"/>
                    <a:pt x="3294" y="660"/>
                  </a:cubicBezTo>
                  <a:cubicBezTo>
                    <a:pt x="2706" y="660"/>
                    <a:pt x="2146" y="1004"/>
                    <a:pt x="1896" y="1576"/>
                  </a:cubicBezTo>
                  <a:cubicBezTo>
                    <a:pt x="1814" y="1552"/>
                    <a:pt x="1727" y="1543"/>
                    <a:pt x="1641" y="1543"/>
                  </a:cubicBezTo>
                  <a:cubicBezTo>
                    <a:pt x="1222" y="1543"/>
                    <a:pt x="852" y="1812"/>
                    <a:pt x="717" y="2212"/>
                  </a:cubicBezTo>
                  <a:cubicBezTo>
                    <a:pt x="693" y="2207"/>
                    <a:pt x="669" y="2207"/>
                    <a:pt x="645" y="2207"/>
                  </a:cubicBezTo>
                  <a:cubicBezTo>
                    <a:pt x="289" y="2207"/>
                    <a:pt x="0" y="2495"/>
                    <a:pt x="0" y="2856"/>
                  </a:cubicBezTo>
                  <a:cubicBezTo>
                    <a:pt x="0" y="2967"/>
                    <a:pt x="91" y="3063"/>
                    <a:pt x="207" y="3063"/>
                  </a:cubicBezTo>
                  <a:cubicBezTo>
                    <a:pt x="318" y="3063"/>
                    <a:pt x="414" y="2972"/>
                    <a:pt x="414" y="2856"/>
                  </a:cubicBezTo>
                  <a:cubicBezTo>
                    <a:pt x="414" y="2726"/>
                    <a:pt x="515" y="2621"/>
                    <a:pt x="645" y="2621"/>
                  </a:cubicBezTo>
                  <a:cubicBezTo>
                    <a:pt x="688" y="2621"/>
                    <a:pt x="731" y="2630"/>
                    <a:pt x="765" y="2654"/>
                  </a:cubicBezTo>
                  <a:cubicBezTo>
                    <a:pt x="800" y="2675"/>
                    <a:pt x="837" y="2685"/>
                    <a:pt x="872" y="2685"/>
                  </a:cubicBezTo>
                  <a:cubicBezTo>
                    <a:pt x="976" y="2685"/>
                    <a:pt x="1071" y="2605"/>
                    <a:pt x="1078" y="2491"/>
                  </a:cubicBezTo>
                  <a:cubicBezTo>
                    <a:pt x="1097" y="2192"/>
                    <a:pt x="1342" y="1961"/>
                    <a:pt x="1641" y="1957"/>
                  </a:cubicBezTo>
                  <a:cubicBezTo>
                    <a:pt x="1737" y="1957"/>
                    <a:pt x="1833" y="1985"/>
                    <a:pt x="1915" y="2034"/>
                  </a:cubicBezTo>
                  <a:cubicBezTo>
                    <a:pt x="1948" y="2052"/>
                    <a:pt x="1983" y="2061"/>
                    <a:pt x="2018" y="2061"/>
                  </a:cubicBezTo>
                  <a:cubicBezTo>
                    <a:pt x="2107" y="2061"/>
                    <a:pt x="2190" y="2001"/>
                    <a:pt x="2218" y="1904"/>
                  </a:cubicBezTo>
                  <a:cubicBezTo>
                    <a:pt x="2350" y="1392"/>
                    <a:pt x="2810" y="1074"/>
                    <a:pt x="3295" y="1074"/>
                  </a:cubicBezTo>
                  <a:cubicBezTo>
                    <a:pt x="3480" y="1074"/>
                    <a:pt x="3669" y="1121"/>
                    <a:pt x="3845" y="1220"/>
                  </a:cubicBezTo>
                  <a:cubicBezTo>
                    <a:pt x="3876" y="1238"/>
                    <a:pt x="3911" y="1247"/>
                    <a:pt x="3945" y="1247"/>
                  </a:cubicBezTo>
                  <a:cubicBezTo>
                    <a:pt x="4004" y="1247"/>
                    <a:pt x="4062" y="1221"/>
                    <a:pt x="4104" y="1172"/>
                  </a:cubicBezTo>
                  <a:cubicBezTo>
                    <a:pt x="4413" y="815"/>
                    <a:pt x="4847" y="633"/>
                    <a:pt x="5282" y="633"/>
                  </a:cubicBezTo>
                  <a:cubicBezTo>
                    <a:pt x="5655" y="633"/>
                    <a:pt x="6030" y="767"/>
                    <a:pt x="6327" y="1037"/>
                  </a:cubicBezTo>
                  <a:cubicBezTo>
                    <a:pt x="6367" y="1075"/>
                    <a:pt x="6417" y="1093"/>
                    <a:pt x="6466" y="1093"/>
                  </a:cubicBezTo>
                  <a:cubicBezTo>
                    <a:pt x="6519" y="1093"/>
                    <a:pt x="6572" y="1072"/>
                    <a:pt x="6611" y="1033"/>
                  </a:cubicBezTo>
                  <a:cubicBezTo>
                    <a:pt x="7036" y="626"/>
                    <a:pt x="7591" y="413"/>
                    <a:pt x="8153" y="413"/>
                  </a:cubicBezTo>
                  <a:cubicBezTo>
                    <a:pt x="8501" y="413"/>
                    <a:pt x="8852" y="495"/>
                    <a:pt x="9176" y="662"/>
                  </a:cubicBezTo>
                  <a:cubicBezTo>
                    <a:pt x="10023" y="1105"/>
                    <a:pt x="10490" y="2034"/>
                    <a:pt x="10345" y="2977"/>
                  </a:cubicBezTo>
                  <a:cubicBezTo>
                    <a:pt x="10201" y="3915"/>
                    <a:pt x="9470" y="4661"/>
                    <a:pt x="8531" y="4824"/>
                  </a:cubicBezTo>
                  <a:cubicBezTo>
                    <a:pt x="8403" y="4847"/>
                    <a:pt x="8275" y="4857"/>
                    <a:pt x="8149" y="4857"/>
                  </a:cubicBezTo>
                  <a:cubicBezTo>
                    <a:pt x="7346" y="4857"/>
                    <a:pt x="6593" y="4421"/>
                    <a:pt x="6202" y="3698"/>
                  </a:cubicBezTo>
                  <a:cubicBezTo>
                    <a:pt x="6164" y="3629"/>
                    <a:pt x="6090" y="3589"/>
                    <a:pt x="6016" y="3589"/>
                  </a:cubicBezTo>
                  <a:cubicBezTo>
                    <a:pt x="5988" y="3589"/>
                    <a:pt x="5959" y="3595"/>
                    <a:pt x="5933" y="3607"/>
                  </a:cubicBezTo>
                  <a:cubicBezTo>
                    <a:pt x="5723" y="3705"/>
                    <a:pt x="5501" y="3752"/>
                    <a:pt x="5280" y="3752"/>
                  </a:cubicBezTo>
                  <a:cubicBezTo>
                    <a:pt x="4839" y="3752"/>
                    <a:pt x="4406" y="3562"/>
                    <a:pt x="4104" y="3212"/>
                  </a:cubicBezTo>
                  <a:cubicBezTo>
                    <a:pt x="4062" y="3164"/>
                    <a:pt x="4004" y="3138"/>
                    <a:pt x="3945" y="3138"/>
                  </a:cubicBezTo>
                  <a:cubicBezTo>
                    <a:pt x="3911" y="3138"/>
                    <a:pt x="3876" y="3147"/>
                    <a:pt x="3845" y="3164"/>
                  </a:cubicBezTo>
                  <a:cubicBezTo>
                    <a:pt x="3671" y="3262"/>
                    <a:pt x="3482" y="3309"/>
                    <a:pt x="3295" y="3309"/>
                  </a:cubicBezTo>
                  <a:cubicBezTo>
                    <a:pt x="2958" y="3309"/>
                    <a:pt x="2627" y="3156"/>
                    <a:pt x="2411" y="2871"/>
                  </a:cubicBezTo>
                  <a:cubicBezTo>
                    <a:pt x="2367" y="2823"/>
                    <a:pt x="2310" y="2794"/>
                    <a:pt x="2247" y="2794"/>
                  </a:cubicBezTo>
                  <a:cubicBezTo>
                    <a:pt x="2180" y="2794"/>
                    <a:pt x="2122" y="2823"/>
                    <a:pt x="2083" y="2871"/>
                  </a:cubicBezTo>
                  <a:cubicBezTo>
                    <a:pt x="1978" y="3010"/>
                    <a:pt x="1814" y="3092"/>
                    <a:pt x="1641" y="3092"/>
                  </a:cubicBezTo>
                  <a:cubicBezTo>
                    <a:pt x="1381" y="3107"/>
                    <a:pt x="1381" y="3491"/>
                    <a:pt x="1641" y="3506"/>
                  </a:cubicBezTo>
                  <a:cubicBezTo>
                    <a:pt x="1857" y="3506"/>
                    <a:pt x="2064" y="3434"/>
                    <a:pt x="2237" y="3299"/>
                  </a:cubicBezTo>
                  <a:cubicBezTo>
                    <a:pt x="2526" y="3578"/>
                    <a:pt x="2905" y="3724"/>
                    <a:pt x="3291" y="3724"/>
                  </a:cubicBezTo>
                  <a:cubicBezTo>
                    <a:pt x="3497" y="3724"/>
                    <a:pt x="3705" y="3683"/>
                    <a:pt x="3902" y="3597"/>
                  </a:cubicBezTo>
                  <a:cubicBezTo>
                    <a:pt x="4273" y="3963"/>
                    <a:pt x="4768" y="4165"/>
                    <a:pt x="5283" y="4165"/>
                  </a:cubicBezTo>
                  <a:cubicBezTo>
                    <a:pt x="5505" y="4165"/>
                    <a:pt x="5726" y="4127"/>
                    <a:pt x="5938" y="4054"/>
                  </a:cubicBezTo>
                  <a:cubicBezTo>
                    <a:pt x="6426" y="4823"/>
                    <a:pt x="7271" y="5275"/>
                    <a:pt x="8159" y="5275"/>
                  </a:cubicBezTo>
                  <a:cubicBezTo>
                    <a:pt x="8338" y="5275"/>
                    <a:pt x="8519" y="5257"/>
                    <a:pt x="8700" y="5219"/>
                  </a:cubicBezTo>
                  <a:cubicBezTo>
                    <a:pt x="9777" y="4993"/>
                    <a:pt x="10600" y="4122"/>
                    <a:pt x="10764" y="3039"/>
                  </a:cubicBezTo>
                  <a:cubicBezTo>
                    <a:pt x="10932" y="1952"/>
                    <a:pt x="10413" y="879"/>
                    <a:pt x="9455" y="340"/>
                  </a:cubicBezTo>
                  <a:cubicBezTo>
                    <a:pt x="9050" y="112"/>
                    <a:pt x="8604" y="0"/>
                    <a:pt x="8160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" name="Google Shape;324;p28"/>
            <p:cNvSpPr/>
            <p:nvPr/>
          </p:nvSpPr>
          <p:spPr>
            <a:xfrm>
              <a:off x="2779294" y="3661178"/>
              <a:ext cx="11304" cy="22739"/>
            </a:xfrm>
            <a:custGeom>
              <a:rect b="b" l="l" r="r" t="t"/>
              <a:pathLst>
                <a:path extrusionOk="0" h="867" w="431">
                  <a:moveTo>
                    <a:pt x="217" y="1"/>
                  </a:moveTo>
                  <a:cubicBezTo>
                    <a:pt x="101" y="1"/>
                    <a:pt x="10" y="92"/>
                    <a:pt x="10" y="208"/>
                  </a:cubicBezTo>
                  <a:lnTo>
                    <a:pt x="10" y="650"/>
                  </a:lnTo>
                  <a:cubicBezTo>
                    <a:pt x="0" y="795"/>
                    <a:pt x="107" y="867"/>
                    <a:pt x="215" y="867"/>
                  </a:cubicBezTo>
                  <a:cubicBezTo>
                    <a:pt x="323" y="867"/>
                    <a:pt x="431" y="795"/>
                    <a:pt x="424" y="650"/>
                  </a:cubicBezTo>
                  <a:lnTo>
                    <a:pt x="424" y="208"/>
                  </a:lnTo>
                  <a:cubicBezTo>
                    <a:pt x="424" y="92"/>
                    <a:pt x="327" y="1"/>
                    <a:pt x="217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" name="Google Shape;325;p28"/>
            <p:cNvSpPr/>
            <p:nvPr/>
          </p:nvSpPr>
          <p:spPr>
            <a:xfrm>
              <a:off x="2802637" y="3661178"/>
              <a:ext cx="10884" cy="22188"/>
            </a:xfrm>
            <a:custGeom>
              <a:rect b="b" l="l" r="r" t="t"/>
              <a:pathLst>
                <a:path extrusionOk="0" h="846" w="415">
                  <a:moveTo>
                    <a:pt x="207" y="1"/>
                  </a:moveTo>
                  <a:cubicBezTo>
                    <a:pt x="97" y="1"/>
                    <a:pt x="0" y="92"/>
                    <a:pt x="0" y="208"/>
                  </a:cubicBezTo>
                  <a:lnTo>
                    <a:pt x="0" y="650"/>
                  </a:lnTo>
                  <a:cubicBezTo>
                    <a:pt x="8" y="780"/>
                    <a:pt x="108" y="845"/>
                    <a:pt x="207" y="845"/>
                  </a:cubicBezTo>
                  <a:cubicBezTo>
                    <a:pt x="307" y="845"/>
                    <a:pt x="407" y="780"/>
                    <a:pt x="414" y="650"/>
                  </a:cubicBezTo>
                  <a:lnTo>
                    <a:pt x="414" y="208"/>
                  </a:lnTo>
                  <a:cubicBezTo>
                    <a:pt x="414" y="92"/>
                    <a:pt x="323" y="1"/>
                    <a:pt x="207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" name="Google Shape;326;p28"/>
            <p:cNvSpPr/>
            <p:nvPr/>
          </p:nvSpPr>
          <p:spPr>
            <a:xfrm>
              <a:off x="2825848" y="3661178"/>
              <a:ext cx="10884" cy="22188"/>
            </a:xfrm>
            <a:custGeom>
              <a:rect b="b" l="l" r="r" t="t"/>
              <a:pathLst>
                <a:path extrusionOk="0" h="846" w="415">
                  <a:moveTo>
                    <a:pt x="208" y="1"/>
                  </a:moveTo>
                  <a:cubicBezTo>
                    <a:pt x="92" y="1"/>
                    <a:pt x="1" y="92"/>
                    <a:pt x="1" y="208"/>
                  </a:cubicBezTo>
                  <a:lnTo>
                    <a:pt x="1" y="650"/>
                  </a:lnTo>
                  <a:cubicBezTo>
                    <a:pt x="8" y="780"/>
                    <a:pt x="108" y="845"/>
                    <a:pt x="208" y="845"/>
                  </a:cubicBezTo>
                  <a:cubicBezTo>
                    <a:pt x="308" y="845"/>
                    <a:pt x="407" y="780"/>
                    <a:pt x="415" y="650"/>
                  </a:cubicBezTo>
                  <a:lnTo>
                    <a:pt x="415" y="208"/>
                  </a:lnTo>
                  <a:cubicBezTo>
                    <a:pt x="415" y="92"/>
                    <a:pt x="323" y="1"/>
                    <a:pt x="208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" name="Google Shape;327;p28"/>
            <p:cNvSpPr/>
            <p:nvPr/>
          </p:nvSpPr>
          <p:spPr>
            <a:xfrm>
              <a:off x="2848876" y="3661178"/>
              <a:ext cx="11278" cy="22739"/>
            </a:xfrm>
            <a:custGeom>
              <a:rect b="b" l="l" r="r" t="t"/>
              <a:pathLst>
                <a:path extrusionOk="0" h="867" w="430">
                  <a:moveTo>
                    <a:pt x="215" y="1"/>
                  </a:moveTo>
                  <a:cubicBezTo>
                    <a:pt x="100" y="1"/>
                    <a:pt x="8" y="92"/>
                    <a:pt x="8" y="208"/>
                  </a:cubicBezTo>
                  <a:lnTo>
                    <a:pt x="8" y="650"/>
                  </a:lnTo>
                  <a:cubicBezTo>
                    <a:pt x="1" y="795"/>
                    <a:pt x="108" y="867"/>
                    <a:pt x="215" y="867"/>
                  </a:cubicBezTo>
                  <a:cubicBezTo>
                    <a:pt x="322" y="867"/>
                    <a:pt x="429" y="795"/>
                    <a:pt x="422" y="650"/>
                  </a:cubicBezTo>
                  <a:lnTo>
                    <a:pt x="422" y="208"/>
                  </a:lnTo>
                  <a:cubicBezTo>
                    <a:pt x="422" y="92"/>
                    <a:pt x="331" y="1"/>
                    <a:pt x="215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" name="Google Shape;328;p28"/>
            <p:cNvSpPr/>
            <p:nvPr/>
          </p:nvSpPr>
          <p:spPr>
            <a:xfrm>
              <a:off x="2871982" y="3661178"/>
              <a:ext cx="11252" cy="22739"/>
            </a:xfrm>
            <a:custGeom>
              <a:rect b="b" l="l" r="r" t="t"/>
              <a:pathLst>
                <a:path extrusionOk="0" h="867" w="429">
                  <a:moveTo>
                    <a:pt x="215" y="1"/>
                  </a:moveTo>
                  <a:cubicBezTo>
                    <a:pt x="99" y="1"/>
                    <a:pt x="8" y="92"/>
                    <a:pt x="8" y="208"/>
                  </a:cubicBezTo>
                  <a:lnTo>
                    <a:pt x="8" y="650"/>
                  </a:lnTo>
                  <a:cubicBezTo>
                    <a:pt x="1" y="795"/>
                    <a:pt x="108" y="867"/>
                    <a:pt x="215" y="867"/>
                  </a:cubicBezTo>
                  <a:cubicBezTo>
                    <a:pt x="322" y="867"/>
                    <a:pt x="429" y="795"/>
                    <a:pt x="422" y="650"/>
                  </a:cubicBezTo>
                  <a:lnTo>
                    <a:pt x="422" y="208"/>
                  </a:lnTo>
                  <a:cubicBezTo>
                    <a:pt x="422" y="92"/>
                    <a:pt x="330" y="1"/>
                    <a:pt x="215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" name="Google Shape;329;p28"/>
            <p:cNvSpPr/>
            <p:nvPr/>
          </p:nvSpPr>
          <p:spPr>
            <a:xfrm>
              <a:off x="2895141" y="3661178"/>
              <a:ext cx="11252" cy="22739"/>
            </a:xfrm>
            <a:custGeom>
              <a:rect b="b" l="l" r="r" t="t"/>
              <a:pathLst>
                <a:path extrusionOk="0" h="867" w="429">
                  <a:moveTo>
                    <a:pt x="217" y="1"/>
                  </a:moveTo>
                  <a:cubicBezTo>
                    <a:pt x="102" y="1"/>
                    <a:pt x="10" y="92"/>
                    <a:pt x="10" y="208"/>
                  </a:cubicBezTo>
                  <a:lnTo>
                    <a:pt x="10" y="650"/>
                  </a:lnTo>
                  <a:cubicBezTo>
                    <a:pt x="0" y="795"/>
                    <a:pt x="108" y="867"/>
                    <a:pt x="215" y="867"/>
                  </a:cubicBezTo>
                  <a:cubicBezTo>
                    <a:pt x="322" y="867"/>
                    <a:pt x="429" y="795"/>
                    <a:pt x="419" y="650"/>
                  </a:cubicBezTo>
                  <a:lnTo>
                    <a:pt x="419" y="208"/>
                  </a:lnTo>
                  <a:cubicBezTo>
                    <a:pt x="424" y="92"/>
                    <a:pt x="328" y="1"/>
                    <a:pt x="217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" name="Google Shape;330;p28"/>
            <p:cNvSpPr/>
            <p:nvPr/>
          </p:nvSpPr>
          <p:spPr>
            <a:xfrm>
              <a:off x="2918300" y="3661178"/>
              <a:ext cx="11252" cy="22739"/>
            </a:xfrm>
            <a:custGeom>
              <a:rect b="b" l="l" r="r" t="t"/>
              <a:pathLst>
                <a:path extrusionOk="0" h="867" w="429">
                  <a:moveTo>
                    <a:pt x="215" y="1"/>
                  </a:moveTo>
                  <a:cubicBezTo>
                    <a:pt x="99" y="1"/>
                    <a:pt x="8" y="92"/>
                    <a:pt x="8" y="208"/>
                  </a:cubicBezTo>
                  <a:lnTo>
                    <a:pt x="8" y="650"/>
                  </a:lnTo>
                  <a:cubicBezTo>
                    <a:pt x="0" y="795"/>
                    <a:pt x="107" y="867"/>
                    <a:pt x="215" y="867"/>
                  </a:cubicBezTo>
                  <a:cubicBezTo>
                    <a:pt x="322" y="867"/>
                    <a:pt x="429" y="795"/>
                    <a:pt x="421" y="650"/>
                  </a:cubicBezTo>
                  <a:lnTo>
                    <a:pt x="421" y="208"/>
                  </a:lnTo>
                  <a:cubicBezTo>
                    <a:pt x="421" y="92"/>
                    <a:pt x="330" y="1"/>
                    <a:pt x="215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" name="Google Shape;331;p28"/>
            <p:cNvSpPr/>
            <p:nvPr/>
          </p:nvSpPr>
          <p:spPr>
            <a:xfrm>
              <a:off x="2941459" y="3661178"/>
              <a:ext cx="11330" cy="22739"/>
            </a:xfrm>
            <a:custGeom>
              <a:rect b="b" l="l" r="r" t="t"/>
              <a:pathLst>
                <a:path extrusionOk="0" h="867" w="432">
                  <a:moveTo>
                    <a:pt x="217" y="1"/>
                  </a:moveTo>
                  <a:cubicBezTo>
                    <a:pt x="101" y="1"/>
                    <a:pt x="10" y="92"/>
                    <a:pt x="10" y="208"/>
                  </a:cubicBezTo>
                  <a:lnTo>
                    <a:pt x="10" y="650"/>
                  </a:lnTo>
                  <a:cubicBezTo>
                    <a:pt x="0" y="795"/>
                    <a:pt x="107" y="867"/>
                    <a:pt x="215" y="867"/>
                  </a:cubicBezTo>
                  <a:cubicBezTo>
                    <a:pt x="323" y="867"/>
                    <a:pt x="431" y="795"/>
                    <a:pt x="424" y="650"/>
                  </a:cubicBezTo>
                  <a:lnTo>
                    <a:pt x="424" y="208"/>
                  </a:lnTo>
                  <a:cubicBezTo>
                    <a:pt x="424" y="92"/>
                    <a:pt x="328" y="1"/>
                    <a:pt x="217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32" name="Google Shape;332;p28"/>
          <p:cNvGrpSpPr/>
          <p:nvPr/>
        </p:nvGrpSpPr>
        <p:grpSpPr>
          <a:xfrm>
            <a:off x="6986850" y="3599435"/>
            <a:ext cx="548629" cy="548633"/>
            <a:chOff x="1753768" y="2438513"/>
            <a:chExt cx="358839" cy="358419"/>
          </a:xfrm>
        </p:grpSpPr>
        <p:sp>
          <p:nvSpPr>
            <p:cNvPr id="333" name="Google Shape;333;p28"/>
            <p:cNvSpPr/>
            <p:nvPr/>
          </p:nvSpPr>
          <p:spPr>
            <a:xfrm>
              <a:off x="1873870" y="2524061"/>
              <a:ext cx="55660" cy="62319"/>
            </a:xfrm>
            <a:custGeom>
              <a:rect b="b" l="l" r="r" t="t"/>
              <a:pathLst>
                <a:path extrusionOk="0" h="2377" w="2123">
                  <a:moveTo>
                    <a:pt x="1152" y="1"/>
                  </a:moveTo>
                  <a:lnTo>
                    <a:pt x="316" y="837"/>
                  </a:lnTo>
                  <a:cubicBezTo>
                    <a:pt x="1" y="1152"/>
                    <a:pt x="1" y="1663"/>
                    <a:pt x="316" y="1978"/>
                  </a:cubicBezTo>
                  <a:lnTo>
                    <a:pt x="714" y="2376"/>
                  </a:lnTo>
                  <a:lnTo>
                    <a:pt x="2123" y="971"/>
                  </a:lnTo>
                  <a:lnTo>
                    <a:pt x="1152" y="1"/>
                  </a:lnTo>
                  <a:close/>
                </a:path>
              </a:pathLst>
            </a:custGeom>
            <a:solidFill>
              <a:srgbClr val="E0E6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" name="Google Shape;334;p28"/>
            <p:cNvSpPr/>
            <p:nvPr/>
          </p:nvSpPr>
          <p:spPr>
            <a:xfrm>
              <a:off x="1822588" y="2443835"/>
              <a:ext cx="284801" cy="274130"/>
            </a:xfrm>
            <a:custGeom>
              <a:rect b="b" l="l" r="r" t="t"/>
              <a:pathLst>
                <a:path extrusionOk="0" h="10456" w="10863">
                  <a:moveTo>
                    <a:pt x="2366" y="0"/>
                  </a:moveTo>
                  <a:cubicBezTo>
                    <a:pt x="2073" y="0"/>
                    <a:pt x="1786" y="69"/>
                    <a:pt x="1526" y="196"/>
                  </a:cubicBezTo>
                  <a:lnTo>
                    <a:pt x="2830" y="1500"/>
                  </a:lnTo>
                  <a:cubicBezTo>
                    <a:pt x="2895" y="1565"/>
                    <a:pt x="2945" y="1644"/>
                    <a:pt x="2978" y="1731"/>
                  </a:cubicBezTo>
                  <a:cubicBezTo>
                    <a:pt x="3137" y="2159"/>
                    <a:pt x="2822" y="2611"/>
                    <a:pt x="2366" y="2611"/>
                  </a:cubicBezTo>
                  <a:cubicBezTo>
                    <a:pt x="2286" y="2611"/>
                    <a:pt x="2210" y="2597"/>
                    <a:pt x="2138" y="2568"/>
                  </a:cubicBezTo>
                  <a:cubicBezTo>
                    <a:pt x="2051" y="2535"/>
                    <a:pt x="1971" y="2485"/>
                    <a:pt x="1906" y="2419"/>
                  </a:cubicBezTo>
                  <a:lnTo>
                    <a:pt x="602" y="1119"/>
                  </a:lnTo>
                  <a:lnTo>
                    <a:pt x="602" y="1119"/>
                  </a:lnTo>
                  <a:cubicBezTo>
                    <a:pt x="1" y="2365"/>
                    <a:pt x="852" y="3821"/>
                    <a:pt x="2236" y="3908"/>
                  </a:cubicBezTo>
                  <a:lnTo>
                    <a:pt x="2366" y="3919"/>
                  </a:lnTo>
                  <a:cubicBezTo>
                    <a:pt x="2558" y="3919"/>
                    <a:pt x="2750" y="3890"/>
                    <a:pt x="2935" y="3828"/>
                  </a:cubicBezTo>
                  <a:cubicBezTo>
                    <a:pt x="2974" y="3817"/>
                    <a:pt x="3011" y="3807"/>
                    <a:pt x="3047" y="3792"/>
                  </a:cubicBezTo>
                  <a:lnTo>
                    <a:pt x="7071" y="7816"/>
                  </a:lnTo>
                  <a:cubicBezTo>
                    <a:pt x="7056" y="7852"/>
                    <a:pt x="7042" y="7888"/>
                    <a:pt x="7031" y="7924"/>
                  </a:cubicBezTo>
                  <a:cubicBezTo>
                    <a:pt x="6973" y="8109"/>
                    <a:pt x="6940" y="8301"/>
                    <a:pt x="6940" y="8497"/>
                  </a:cubicBezTo>
                  <a:lnTo>
                    <a:pt x="6955" y="8627"/>
                  </a:lnTo>
                  <a:cubicBezTo>
                    <a:pt x="7019" y="9700"/>
                    <a:pt x="7917" y="10456"/>
                    <a:pt x="8898" y="10456"/>
                  </a:cubicBezTo>
                  <a:cubicBezTo>
                    <a:pt x="9179" y="10456"/>
                    <a:pt x="9466" y="10394"/>
                    <a:pt x="9743" y="10260"/>
                  </a:cubicBezTo>
                  <a:lnTo>
                    <a:pt x="8440" y="8960"/>
                  </a:lnTo>
                  <a:cubicBezTo>
                    <a:pt x="8374" y="8895"/>
                    <a:pt x="8324" y="8815"/>
                    <a:pt x="8295" y="8725"/>
                  </a:cubicBezTo>
                  <a:cubicBezTo>
                    <a:pt x="8132" y="8301"/>
                    <a:pt x="8447" y="7845"/>
                    <a:pt x="8900" y="7845"/>
                  </a:cubicBezTo>
                  <a:cubicBezTo>
                    <a:pt x="8979" y="7845"/>
                    <a:pt x="9055" y="7859"/>
                    <a:pt x="9128" y="7892"/>
                  </a:cubicBezTo>
                  <a:cubicBezTo>
                    <a:pt x="9215" y="7921"/>
                    <a:pt x="9294" y="7972"/>
                    <a:pt x="9363" y="8037"/>
                  </a:cubicBezTo>
                  <a:lnTo>
                    <a:pt x="10663" y="9341"/>
                  </a:lnTo>
                  <a:cubicBezTo>
                    <a:pt x="10794" y="9080"/>
                    <a:pt x="10862" y="8794"/>
                    <a:pt x="10862" y="8500"/>
                  </a:cubicBezTo>
                  <a:cubicBezTo>
                    <a:pt x="10859" y="7472"/>
                    <a:pt x="10062" y="6617"/>
                    <a:pt x="9034" y="6552"/>
                  </a:cubicBezTo>
                  <a:lnTo>
                    <a:pt x="8900" y="6537"/>
                  </a:lnTo>
                  <a:cubicBezTo>
                    <a:pt x="8704" y="6541"/>
                    <a:pt x="8516" y="6570"/>
                    <a:pt x="8331" y="6628"/>
                  </a:cubicBezTo>
                  <a:cubicBezTo>
                    <a:pt x="8295" y="6639"/>
                    <a:pt x="8258" y="6653"/>
                    <a:pt x="8222" y="6664"/>
                  </a:cubicBezTo>
                  <a:lnTo>
                    <a:pt x="4202" y="2640"/>
                  </a:lnTo>
                  <a:cubicBezTo>
                    <a:pt x="4213" y="2604"/>
                    <a:pt x="4227" y="2568"/>
                    <a:pt x="4238" y="2532"/>
                  </a:cubicBezTo>
                  <a:cubicBezTo>
                    <a:pt x="4296" y="2347"/>
                    <a:pt x="4325" y="2155"/>
                    <a:pt x="4329" y="1963"/>
                  </a:cubicBezTo>
                  <a:lnTo>
                    <a:pt x="4314" y="1829"/>
                  </a:lnTo>
                  <a:cubicBezTo>
                    <a:pt x="4249" y="801"/>
                    <a:pt x="3394" y="0"/>
                    <a:pt x="2366" y="0"/>
                  </a:cubicBezTo>
                  <a:close/>
                </a:path>
              </a:pathLst>
            </a:custGeom>
            <a:solidFill>
              <a:srgbClr val="DBE3E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" name="Google Shape;335;p28"/>
            <p:cNvSpPr/>
            <p:nvPr/>
          </p:nvSpPr>
          <p:spPr>
            <a:xfrm>
              <a:off x="1899511" y="2510192"/>
              <a:ext cx="141601" cy="141522"/>
            </a:xfrm>
            <a:custGeom>
              <a:rect b="b" l="l" r="r" t="t"/>
              <a:pathLst>
                <a:path extrusionOk="0" h="5398" w="5401">
                  <a:moveTo>
                    <a:pt x="1304" y="1"/>
                  </a:moveTo>
                  <a:lnTo>
                    <a:pt x="1" y="1305"/>
                  </a:lnTo>
                  <a:cubicBezTo>
                    <a:pt x="37" y="1290"/>
                    <a:pt x="73" y="1279"/>
                    <a:pt x="109" y="1265"/>
                  </a:cubicBezTo>
                  <a:lnTo>
                    <a:pt x="4133" y="5288"/>
                  </a:lnTo>
                  <a:cubicBezTo>
                    <a:pt x="4122" y="5325"/>
                    <a:pt x="4108" y="5361"/>
                    <a:pt x="4097" y="5397"/>
                  </a:cubicBezTo>
                  <a:lnTo>
                    <a:pt x="5401" y="4097"/>
                  </a:lnTo>
                  <a:lnTo>
                    <a:pt x="5401" y="4097"/>
                  </a:lnTo>
                  <a:cubicBezTo>
                    <a:pt x="5361" y="4108"/>
                    <a:pt x="5324" y="4119"/>
                    <a:pt x="5292" y="4133"/>
                  </a:cubicBezTo>
                  <a:lnTo>
                    <a:pt x="1265" y="109"/>
                  </a:lnTo>
                  <a:cubicBezTo>
                    <a:pt x="1279" y="73"/>
                    <a:pt x="1290" y="37"/>
                    <a:pt x="1304" y="1"/>
                  </a:cubicBezTo>
                  <a:close/>
                </a:path>
              </a:pathLst>
            </a:custGeom>
            <a:solidFill>
              <a:srgbClr val="D4DDE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" name="Google Shape;336;p28"/>
            <p:cNvSpPr/>
            <p:nvPr/>
          </p:nvSpPr>
          <p:spPr>
            <a:xfrm>
              <a:off x="1797053" y="2519447"/>
              <a:ext cx="236167" cy="237373"/>
            </a:xfrm>
            <a:custGeom>
              <a:rect b="b" l="l" r="r" t="t"/>
              <a:pathLst>
                <a:path extrusionOk="0" h="9054" w="9008">
                  <a:moveTo>
                    <a:pt x="5846" y="1"/>
                  </a:moveTo>
                  <a:cubicBezTo>
                    <a:pt x="5699" y="1"/>
                    <a:pt x="5553" y="57"/>
                    <a:pt x="5441" y="169"/>
                  </a:cubicBezTo>
                  <a:lnTo>
                    <a:pt x="2742" y="2867"/>
                  </a:lnTo>
                  <a:cubicBezTo>
                    <a:pt x="2463" y="3146"/>
                    <a:pt x="2463" y="3599"/>
                    <a:pt x="2742" y="3882"/>
                  </a:cubicBezTo>
                  <a:lnTo>
                    <a:pt x="2847" y="3983"/>
                  </a:lnTo>
                  <a:lnTo>
                    <a:pt x="1" y="6830"/>
                  </a:lnTo>
                  <a:lnTo>
                    <a:pt x="2228" y="9053"/>
                  </a:lnTo>
                  <a:lnTo>
                    <a:pt x="5071" y="6210"/>
                  </a:lnTo>
                  <a:cubicBezTo>
                    <a:pt x="5212" y="6350"/>
                    <a:pt x="5396" y="6419"/>
                    <a:pt x="5580" y="6419"/>
                  </a:cubicBezTo>
                  <a:cubicBezTo>
                    <a:pt x="5764" y="6419"/>
                    <a:pt x="5948" y="6350"/>
                    <a:pt x="6089" y="6210"/>
                  </a:cubicBezTo>
                  <a:lnTo>
                    <a:pt x="8783" y="3516"/>
                  </a:lnTo>
                  <a:cubicBezTo>
                    <a:pt x="9008" y="3291"/>
                    <a:pt x="9008" y="2925"/>
                    <a:pt x="8783" y="2701"/>
                  </a:cubicBezTo>
                  <a:lnTo>
                    <a:pt x="8758" y="2675"/>
                  </a:lnTo>
                  <a:cubicBezTo>
                    <a:pt x="8646" y="2565"/>
                    <a:pt x="8499" y="2510"/>
                    <a:pt x="8352" y="2510"/>
                  </a:cubicBezTo>
                  <a:cubicBezTo>
                    <a:pt x="8206" y="2510"/>
                    <a:pt x="8059" y="2565"/>
                    <a:pt x="7947" y="2675"/>
                  </a:cubicBezTo>
                  <a:cubicBezTo>
                    <a:pt x="8171" y="2455"/>
                    <a:pt x="8171" y="2092"/>
                    <a:pt x="7947" y="1868"/>
                  </a:cubicBezTo>
                  <a:lnTo>
                    <a:pt x="7921" y="1842"/>
                  </a:lnTo>
                  <a:cubicBezTo>
                    <a:pt x="7809" y="1730"/>
                    <a:pt x="7662" y="1674"/>
                    <a:pt x="7516" y="1674"/>
                  </a:cubicBezTo>
                  <a:cubicBezTo>
                    <a:pt x="7369" y="1674"/>
                    <a:pt x="7222" y="1730"/>
                    <a:pt x="7110" y="1842"/>
                  </a:cubicBezTo>
                  <a:cubicBezTo>
                    <a:pt x="7335" y="1618"/>
                    <a:pt x="7335" y="1256"/>
                    <a:pt x="7110" y="1031"/>
                  </a:cubicBezTo>
                  <a:lnTo>
                    <a:pt x="7085" y="1006"/>
                  </a:lnTo>
                  <a:cubicBezTo>
                    <a:pt x="6974" y="894"/>
                    <a:pt x="6828" y="837"/>
                    <a:pt x="6681" y="837"/>
                  </a:cubicBezTo>
                  <a:cubicBezTo>
                    <a:pt x="6534" y="837"/>
                    <a:pt x="6388" y="894"/>
                    <a:pt x="6277" y="1006"/>
                  </a:cubicBezTo>
                  <a:cubicBezTo>
                    <a:pt x="6498" y="781"/>
                    <a:pt x="6498" y="419"/>
                    <a:pt x="6277" y="195"/>
                  </a:cubicBezTo>
                  <a:lnTo>
                    <a:pt x="6252" y="169"/>
                  </a:lnTo>
                  <a:cubicBezTo>
                    <a:pt x="6140" y="57"/>
                    <a:pt x="5993" y="1"/>
                    <a:pt x="5846" y="1"/>
                  </a:cubicBezTo>
                  <a:close/>
                </a:path>
              </a:pathLst>
            </a:custGeom>
            <a:solidFill>
              <a:srgbClr val="9EB2C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" name="Google Shape;337;p28"/>
            <p:cNvSpPr/>
            <p:nvPr/>
          </p:nvSpPr>
          <p:spPr>
            <a:xfrm>
              <a:off x="1815012" y="2636377"/>
              <a:ext cx="102563" cy="102589"/>
            </a:xfrm>
            <a:custGeom>
              <a:rect b="b" l="l" r="r" t="t"/>
              <a:pathLst>
                <a:path extrusionOk="0" h="3913" w="3912">
                  <a:moveTo>
                    <a:pt x="1684" y="1"/>
                  </a:moveTo>
                  <a:lnTo>
                    <a:pt x="0" y="1685"/>
                  </a:lnTo>
                  <a:lnTo>
                    <a:pt x="2228" y="3912"/>
                  </a:lnTo>
                  <a:lnTo>
                    <a:pt x="3912" y="2228"/>
                  </a:lnTo>
                  <a:lnTo>
                    <a:pt x="1684" y="1"/>
                  </a:lnTo>
                  <a:close/>
                </a:path>
              </a:pathLst>
            </a:custGeom>
            <a:solidFill>
              <a:srgbClr val="D5DEE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" name="Google Shape;338;p28"/>
            <p:cNvSpPr/>
            <p:nvPr/>
          </p:nvSpPr>
          <p:spPr>
            <a:xfrm>
              <a:off x="1802191" y="2635144"/>
              <a:ext cx="113863" cy="113967"/>
            </a:xfrm>
            <a:custGeom>
              <a:rect b="b" l="l" r="r" t="t"/>
              <a:pathLst>
                <a:path extrusionOk="0" h="4347" w="4343">
                  <a:moveTo>
                    <a:pt x="1076" y="1"/>
                  </a:moveTo>
                  <a:lnTo>
                    <a:pt x="0" y="1077"/>
                  </a:lnTo>
                  <a:lnTo>
                    <a:pt x="3267" y="4347"/>
                  </a:lnTo>
                  <a:lnTo>
                    <a:pt x="4343" y="3268"/>
                  </a:lnTo>
                  <a:lnTo>
                    <a:pt x="1076" y="1"/>
                  </a:lnTo>
                  <a:close/>
                </a:path>
              </a:pathLst>
            </a:custGeom>
            <a:solidFill>
              <a:srgbClr val="C4D0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" name="Google Shape;339;p28"/>
            <p:cNvSpPr/>
            <p:nvPr/>
          </p:nvSpPr>
          <p:spPr>
            <a:xfrm>
              <a:off x="1759562" y="2659264"/>
              <a:ext cx="132372" cy="132398"/>
            </a:xfrm>
            <a:custGeom>
              <a:rect b="b" l="l" r="r" t="t"/>
              <a:pathLst>
                <a:path extrusionOk="0" h="5050" w="5049">
                  <a:moveTo>
                    <a:pt x="1782" y="1"/>
                  </a:moveTo>
                  <a:lnTo>
                    <a:pt x="0" y="1783"/>
                  </a:lnTo>
                  <a:lnTo>
                    <a:pt x="3267" y="5049"/>
                  </a:lnTo>
                  <a:lnTo>
                    <a:pt x="5049" y="3268"/>
                  </a:lnTo>
                  <a:lnTo>
                    <a:pt x="1782" y="1"/>
                  </a:ln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" name="Google Shape;340;p28"/>
            <p:cNvSpPr/>
            <p:nvPr/>
          </p:nvSpPr>
          <p:spPr>
            <a:xfrm>
              <a:off x="1759562" y="2686347"/>
              <a:ext cx="105316" cy="105316"/>
            </a:xfrm>
            <a:custGeom>
              <a:rect b="b" l="l" r="r" t="t"/>
              <a:pathLst>
                <a:path extrusionOk="0" h="4017" w="4017">
                  <a:moveTo>
                    <a:pt x="750" y="0"/>
                  </a:moveTo>
                  <a:lnTo>
                    <a:pt x="0" y="750"/>
                  </a:lnTo>
                  <a:lnTo>
                    <a:pt x="3267" y="4016"/>
                  </a:lnTo>
                  <a:lnTo>
                    <a:pt x="4017" y="3267"/>
                  </a:lnTo>
                  <a:lnTo>
                    <a:pt x="750" y="0"/>
                  </a:lnTo>
                  <a:close/>
                </a:path>
              </a:pathLst>
            </a:custGeom>
            <a:solidFill>
              <a:srgbClr val="435D7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" name="Google Shape;341;p28"/>
            <p:cNvSpPr/>
            <p:nvPr/>
          </p:nvSpPr>
          <p:spPr>
            <a:xfrm>
              <a:off x="1753768" y="2438513"/>
              <a:ext cx="358839" cy="358419"/>
            </a:xfrm>
            <a:custGeom>
              <a:rect b="b" l="l" r="r" t="t"/>
              <a:pathLst>
                <a:path extrusionOk="0" h="13671" w="13687">
                  <a:moveTo>
                    <a:pt x="5614" y="4230"/>
                  </a:moveTo>
                  <a:lnTo>
                    <a:pt x="5726" y="4339"/>
                  </a:lnTo>
                  <a:lnTo>
                    <a:pt x="5002" y="5063"/>
                  </a:lnTo>
                  <a:cubicBezTo>
                    <a:pt x="4824" y="4853"/>
                    <a:pt x="4813" y="4553"/>
                    <a:pt x="4969" y="4328"/>
                  </a:cubicBezTo>
                  <a:lnTo>
                    <a:pt x="4987" y="4328"/>
                  </a:lnTo>
                  <a:cubicBezTo>
                    <a:pt x="5201" y="4325"/>
                    <a:pt x="5411" y="4292"/>
                    <a:pt x="5614" y="4230"/>
                  </a:cubicBezTo>
                  <a:close/>
                  <a:moveTo>
                    <a:pt x="10510" y="6809"/>
                  </a:moveTo>
                  <a:lnTo>
                    <a:pt x="10706" y="7008"/>
                  </a:lnTo>
                  <a:cubicBezTo>
                    <a:pt x="10743" y="7045"/>
                    <a:pt x="10793" y="7066"/>
                    <a:pt x="10845" y="7066"/>
                  </a:cubicBezTo>
                  <a:cubicBezTo>
                    <a:pt x="10869" y="7066"/>
                    <a:pt x="10893" y="7061"/>
                    <a:pt x="10916" y="7052"/>
                  </a:cubicBezTo>
                  <a:cubicBezTo>
                    <a:pt x="11108" y="6979"/>
                    <a:pt x="11311" y="6940"/>
                    <a:pt x="11517" y="6936"/>
                  </a:cubicBezTo>
                  <a:lnTo>
                    <a:pt x="11640" y="6950"/>
                  </a:lnTo>
                  <a:lnTo>
                    <a:pt x="11644" y="6950"/>
                  </a:lnTo>
                  <a:cubicBezTo>
                    <a:pt x="12568" y="7012"/>
                    <a:pt x="13281" y="7776"/>
                    <a:pt x="13288" y="8700"/>
                  </a:cubicBezTo>
                  <a:cubicBezTo>
                    <a:pt x="13288" y="8863"/>
                    <a:pt x="13263" y="9026"/>
                    <a:pt x="13216" y="9185"/>
                  </a:cubicBezTo>
                  <a:lnTo>
                    <a:pt x="12129" y="8098"/>
                  </a:lnTo>
                  <a:cubicBezTo>
                    <a:pt x="12042" y="8012"/>
                    <a:pt x="11937" y="7943"/>
                    <a:pt x="11821" y="7903"/>
                  </a:cubicBezTo>
                  <a:cubicBezTo>
                    <a:pt x="11727" y="7867"/>
                    <a:pt x="11626" y="7845"/>
                    <a:pt x="11525" y="7845"/>
                  </a:cubicBezTo>
                  <a:cubicBezTo>
                    <a:pt x="10931" y="7845"/>
                    <a:pt x="10521" y="8439"/>
                    <a:pt x="10728" y="8993"/>
                  </a:cubicBezTo>
                  <a:cubicBezTo>
                    <a:pt x="10768" y="9109"/>
                    <a:pt x="10836" y="9218"/>
                    <a:pt x="10923" y="9301"/>
                  </a:cubicBezTo>
                  <a:lnTo>
                    <a:pt x="12006" y="10387"/>
                  </a:lnTo>
                  <a:cubicBezTo>
                    <a:pt x="11850" y="10434"/>
                    <a:pt x="11687" y="10460"/>
                    <a:pt x="11525" y="10460"/>
                  </a:cubicBezTo>
                  <a:cubicBezTo>
                    <a:pt x="10601" y="10453"/>
                    <a:pt x="9840" y="9739"/>
                    <a:pt x="9775" y="8819"/>
                  </a:cubicBezTo>
                  <a:lnTo>
                    <a:pt x="9775" y="8812"/>
                  </a:lnTo>
                  <a:lnTo>
                    <a:pt x="9764" y="8692"/>
                  </a:lnTo>
                  <a:cubicBezTo>
                    <a:pt x="9768" y="8486"/>
                    <a:pt x="9808" y="8283"/>
                    <a:pt x="9880" y="8091"/>
                  </a:cubicBezTo>
                  <a:cubicBezTo>
                    <a:pt x="9909" y="8019"/>
                    <a:pt x="9891" y="7936"/>
                    <a:pt x="9837" y="7881"/>
                  </a:cubicBezTo>
                  <a:lnTo>
                    <a:pt x="9638" y="7682"/>
                  </a:lnTo>
                  <a:lnTo>
                    <a:pt x="10510" y="6809"/>
                  </a:lnTo>
                  <a:close/>
                  <a:moveTo>
                    <a:pt x="2919" y="7783"/>
                  </a:moveTo>
                  <a:lnTo>
                    <a:pt x="3350" y="8214"/>
                  </a:lnTo>
                  <a:lnTo>
                    <a:pt x="5578" y="10442"/>
                  </a:lnTo>
                  <a:lnTo>
                    <a:pt x="5904" y="10768"/>
                  </a:lnTo>
                  <a:lnTo>
                    <a:pt x="5270" y="11401"/>
                  </a:lnTo>
                  <a:lnTo>
                    <a:pt x="2286" y="8417"/>
                  </a:lnTo>
                  <a:lnTo>
                    <a:pt x="2919" y="7783"/>
                  </a:lnTo>
                  <a:close/>
                  <a:moveTo>
                    <a:pt x="4987" y="0"/>
                  </a:moveTo>
                  <a:cubicBezTo>
                    <a:pt x="4669" y="4"/>
                    <a:pt x="4350" y="80"/>
                    <a:pt x="4064" y="221"/>
                  </a:cubicBezTo>
                  <a:cubicBezTo>
                    <a:pt x="3941" y="283"/>
                    <a:pt x="3912" y="446"/>
                    <a:pt x="4009" y="544"/>
                  </a:cubicBezTo>
                  <a:lnTo>
                    <a:pt x="5313" y="1844"/>
                  </a:lnTo>
                  <a:lnTo>
                    <a:pt x="5313" y="1847"/>
                  </a:lnTo>
                  <a:cubicBezTo>
                    <a:pt x="5360" y="1894"/>
                    <a:pt x="5393" y="1949"/>
                    <a:pt x="5418" y="2010"/>
                  </a:cubicBezTo>
                  <a:cubicBezTo>
                    <a:pt x="5476" y="2173"/>
                    <a:pt x="5436" y="2358"/>
                    <a:pt x="5313" y="2485"/>
                  </a:cubicBezTo>
                  <a:cubicBezTo>
                    <a:pt x="5226" y="2568"/>
                    <a:pt x="5110" y="2615"/>
                    <a:pt x="4991" y="2615"/>
                  </a:cubicBezTo>
                  <a:cubicBezTo>
                    <a:pt x="4871" y="2612"/>
                    <a:pt x="4759" y="2568"/>
                    <a:pt x="4672" y="2488"/>
                  </a:cubicBezTo>
                  <a:lnTo>
                    <a:pt x="4669" y="2485"/>
                  </a:lnTo>
                  <a:lnTo>
                    <a:pt x="3365" y="1181"/>
                  </a:lnTo>
                  <a:cubicBezTo>
                    <a:pt x="3325" y="1141"/>
                    <a:pt x="3274" y="1123"/>
                    <a:pt x="3224" y="1123"/>
                  </a:cubicBezTo>
                  <a:cubicBezTo>
                    <a:pt x="3150" y="1123"/>
                    <a:pt x="3077" y="1163"/>
                    <a:pt x="3042" y="1239"/>
                  </a:cubicBezTo>
                  <a:cubicBezTo>
                    <a:pt x="2438" y="2496"/>
                    <a:pt x="3176" y="3988"/>
                    <a:pt x="4542" y="4270"/>
                  </a:cubicBezTo>
                  <a:cubicBezTo>
                    <a:pt x="4386" y="4633"/>
                    <a:pt x="4455" y="5053"/>
                    <a:pt x="4716" y="5346"/>
                  </a:cubicBezTo>
                  <a:lnTo>
                    <a:pt x="4252" y="5810"/>
                  </a:lnTo>
                  <a:cubicBezTo>
                    <a:pt x="3908" y="6154"/>
                    <a:pt x="3894" y="6708"/>
                    <a:pt x="4216" y="7070"/>
                  </a:cubicBezTo>
                  <a:lnTo>
                    <a:pt x="3492" y="7791"/>
                  </a:lnTo>
                  <a:lnTo>
                    <a:pt x="3064" y="7360"/>
                  </a:lnTo>
                  <a:cubicBezTo>
                    <a:pt x="3024" y="7320"/>
                    <a:pt x="2973" y="7300"/>
                    <a:pt x="2922" y="7300"/>
                  </a:cubicBezTo>
                  <a:cubicBezTo>
                    <a:pt x="2870" y="7300"/>
                    <a:pt x="2820" y="7320"/>
                    <a:pt x="2782" y="7360"/>
                  </a:cubicBezTo>
                  <a:lnTo>
                    <a:pt x="1706" y="8435"/>
                  </a:lnTo>
                  <a:lnTo>
                    <a:pt x="80" y="10061"/>
                  </a:lnTo>
                  <a:cubicBezTo>
                    <a:pt x="0" y="10138"/>
                    <a:pt x="0" y="10264"/>
                    <a:pt x="80" y="10344"/>
                  </a:cubicBezTo>
                  <a:lnTo>
                    <a:pt x="1329" y="11593"/>
                  </a:lnTo>
                  <a:cubicBezTo>
                    <a:pt x="1374" y="11639"/>
                    <a:pt x="1423" y="11659"/>
                    <a:pt x="1471" y="11659"/>
                  </a:cubicBezTo>
                  <a:cubicBezTo>
                    <a:pt x="1627" y="11659"/>
                    <a:pt x="1762" y="11455"/>
                    <a:pt x="1612" y="11311"/>
                  </a:cubicBezTo>
                  <a:lnTo>
                    <a:pt x="504" y="10203"/>
                  </a:lnTo>
                  <a:lnTo>
                    <a:pt x="2003" y="8703"/>
                  </a:lnTo>
                  <a:lnTo>
                    <a:pt x="4991" y="11688"/>
                  </a:lnTo>
                  <a:lnTo>
                    <a:pt x="3492" y="13187"/>
                  </a:lnTo>
                  <a:lnTo>
                    <a:pt x="2170" y="11869"/>
                  </a:lnTo>
                  <a:cubicBezTo>
                    <a:pt x="2126" y="11826"/>
                    <a:pt x="2078" y="11808"/>
                    <a:pt x="2031" y="11808"/>
                  </a:cubicBezTo>
                  <a:cubicBezTo>
                    <a:pt x="1877" y="11808"/>
                    <a:pt x="1745" y="12006"/>
                    <a:pt x="1887" y="12151"/>
                  </a:cubicBezTo>
                  <a:lnTo>
                    <a:pt x="3350" y="13611"/>
                  </a:lnTo>
                  <a:cubicBezTo>
                    <a:pt x="3388" y="13651"/>
                    <a:pt x="3439" y="13670"/>
                    <a:pt x="3490" y="13670"/>
                  </a:cubicBezTo>
                  <a:cubicBezTo>
                    <a:pt x="3541" y="13670"/>
                    <a:pt x="3593" y="13651"/>
                    <a:pt x="3633" y="13611"/>
                  </a:cubicBezTo>
                  <a:lnTo>
                    <a:pt x="5255" y="11988"/>
                  </a:lnTo>
                  <a:lnTo>
                    <a:pt x="5259" y="11988"/>
                  </a:lnTo>
                  <a:lnTo>
                    <a:pt x="6335" y="10913"/>
                  </a:lnTo>
                  <a:cubicBezTo>
                    <a:pt x="6411" y="10833"/>
                    <a:pt x="6411" y="10706"/>
                    <a:pt x="6335" y="10626"/>
                  </a:cubicBezTo>
                  <a:lnTo>
                    <a:pt x="6005" y="10300"/>
                  </a:lnTo>
                  <a:lnTo>
                    <a:pt x="6740" y="9565"/>
                  </a:lnTo>
                  <a:cubicBezTo>
                    <a:pt x="6891" y="9662"/>
                    <a:pt x="7063" y="9710"/>
                    <a:pt x="7234" y="9710"/>
                  </a:cubicBezTo>
                  <a:cubicBezTo>
                    <a:pt x="7424" y="9710"/>
                    <a:pt x="7613" y="9651"/>
                    <a:pt x="7772" y="9533"/>
                  </a:cubicBezTo>
                  <a:cubicBezTo>
                    <a:pt x="7944" y="9402"/>
                    <a:pt x="7821" y="9168"/>
                    <a:pt x="7653" y="9168"/>
                  </a:cubicBezTo>
                  <a:cubicBezTo>
                    <a:pt x="7616" y="9168"/>
                    <a:pt x="7576" y="9180"/>
                    <a:pt x="7537" y="9207"/>
                  </a:cubicBezTo>
                  <a:cubicBezTo>
                    <a:pt x="7445" y="9275"/>
                    <a:pt x="7338" y="9308"/>
                    <a:pt x="7231" y="9308"/>
                  </a:cubicBezTo>
                  <a:cubicBezTo>
                    <a:pt x="7099" y="9308"/>
                    <a:pt x="6967" y="9256"/>
                    <a:pt x="6867" y="9156"/>
                  </a:cubicBezTo>
                  <a:cubicBezTo>
                    <a:pt x="6827" y="9116"/>
                    <a:pt x="6776" y="9096"/>
                    <a:pt x="6724" y="9096"/>
                  </a:cubicBezTo>
                  <a:cubicBezTo>
                    <a:pt x="6673" y="9096"/>
                    <a:pt x="6623" y="9116"/>
                    <a:pt x="6584" y="9156"/>
                  </a:cubicBezTo>
                  <a:lnTo>
                    <a:pt x="5723" y="10014"/>
                  </a:lnTo>
                  <a:lnTo>
                    <a:pt x="3781" y="8073"/>
                  </a:lnTo>
                  <a:lnTo>
                    <a:pt x="4640" y="7211"/>
                  </a:lnTo>
                  <a:cubicBezTo>
                    <a:pt x="4719" y="7135"/>
                    <a:pt x="4719" y="7008"/>
                    <a:pt x="4640" y="6929"/>
                  </a:cubicBezTo>
                  <a:lnTo>
                    <a:pt x="4538" y="6827"/>
                  </a:lnTo>
                  <a:cubicBezTo>
                    <a:pt x="4335" y="6624"/>
                    <a:pt x="4335" y="6295"/>
                    <a:pt x="4538" y="6096"/>
                  </a:cubicBezTo>
                  <a:lnTo>
                    <a:pt x="5143" y="5491"/>
                  </a:lnTo>
                  <a:lnTo>
                    <a:pt x="6150" y="4484"/>
                  </a:lnTo>
                  <a:lnTo>
                    <a:pt x="7233" y="3398"/>
                  </a:lnTo>
                  <a:cubicBezTo>
                    <a:pt x="7247" y="3383"/>
                    <a:pt x="7265" y="3365"/>
                    <a:pt x="7287" y="3354"/>
                  </a:cubicBezTo>
                  <a:cubicBezTo>
                    <a:pt x="7351" y="3309"/>
                    <a:pt x="7424" y="3287"/>
                    <a:pt x="7497" y="3287"/>
                  </a:cubicBezTo>
                  <a:cubicBezTo>
                    <a:pt x="7594" y="3287"/>
                    <a:pt x="7689" y="3325"/>
                    <a:pt x="7762" y="3398"/>
                  </a:cubicBezTo>
                  <a:lnTo>
                    <a:pt x="7787" y="3423"/>
                  </a:lnTo>
                  <a:cubicBezTo>
                    <a:pt x="7932" y="3568"/>
                    <a:pt x="7932" y="3803"/>
                    <a:pt x="7787" y="3948"/>
                  </a:cubicBezTo>
                  <a:lnTo>
                    <a:pt x="6592" y="5143"/>
                  </a:lnTo>
                  <a:cubicBezTo>
                    <a:pt x="6452" y="5288"/>
                    <a:pt x="6583" y="5485"/>
                    <a:pt x="6739" y="5485"/>
                  </a:cubicBezTo>
                  <a:cubicBezTo>
                    <a:pt x="6785" y="5485"/>
                    <a:pt x="6834" y="5467"/>
                    <a:pt x="6878" y="5426"/>
                  </a:cubicBezTo>
                  <a:lnTo>
                    <a:pt x="8066" y="4238"/>
                  </a:lnTo>
                  <a:cubicBezTo>
                    <a:pt x="8140" y="4163"/>
                    <a:pt x="8236" y="4126"/>
                    <a:pt x="8332" y="4126"/>
                  </a:cubicBezTo>
                  <a:cubicBezTo>
                    <a:pt x="8427" y="4126"/>
                    <a:pt x="8522" y="4163"/>
                    <a:pt x="8595" y="4238"/>
                  </a:cubicBezTo>
                  <a:lnTo>
                    <a:pt x="8620" y="4263"/>
                  </a:lnTo>
                  <a:cubicBezTo>
                    <a:pt x="8747" y="4390"/>
                    <a:pt x="8765" y="4589"/>
                    <a:pt x="8663" y="4738"/>
                  </a:cubicBezTo>
                  <a:cubicBezTo>
                    <a:pt x="8649" y="4756"/>
                    <a:pt x="8634" y="4774"/>
                    <a:pt x="8620" y="4788"/>
                  </a:cubicBezTo>
                  <a:lnTo>
                    <a:pt x="7428" y="5980"/>
                  </a:lnTo>
                  <a:cubicBezTo>
                    <a:pt x="7289" y="6125"/>
                    <a:pt x="7420" y="6321"/>
                    <a:pt x="7574" y="6321"/>
                  </a:cubicBezTo>
                  <a:cubicBezTo>
                    <a:pt x="7620" y="6321"/>
                    <a:pt x="7668" y="6304"/>
                    <a:pt x="7711" y="6262"/>
                  </a:cubicBezTo>
                  <a:lnTo>
                    <a:pt x="8906" y="5071"/>
                  </a:lnTo>
                  <a:cubicBezTo>
                    <a:pt x="8920" y="5053"/>
                    <a:pt x="8939" y="5038"/>
                    <a:pt x="8957" y="5024"/>
                  </a:cubicBezTo>
                  <a:cubicBezTo>
                    <a:pt x="9021" y="4980"/>
                    <a:pt x="9094" y="4959"/>
                    <a:pt x="9167" y="4959"/>
                  </a:cubicBezTo>
                  <a:cubicBezTo>
                    <a:pt x="9263" y="4959"/>
                    <a:pt x="9359" y="4996"/>
                    <a:pt x="9431" y="5071"/>
                  </a:cubicBezTo>
                  <a:lnTo>
                    <a:pt x="9457" y="5096"/>
                  </a:lnTo>
                  <a:cubicBezTo>
                    <a:pt x="9583" y="5223"/>
                    <a:pt x="9601" y="5422"/>
                    <a:pt x="9500" y="5571"/>
                  </a:cubicBezTo>
                  <a:cubicBezTo>
                    <a:pt x="9489" y="5589"/>
                    <a:pt x="9475" y="5607"/>
                    <a:pt x="9457" y="5621"/>
                  </a:cubicBezTo>
                  <a:lnTo>
                    <a:pt x="8265" y="6816"/>
                  </a:lnTo>
                  <a:cubicBezTo>
                    <a:pt x="8126" y="6961"/>
                    <a:pt x="8256" y="7160"/>
                    <a:pt x="8410" y="7160"/>
                  </a:cubicBezTo>
                  <a:cubicBezTo>
                    <a:pt x="8456" y="7160"/>
                    <a:pt x="8504" y="7142"/>
                    <a:pt x="8547" y="7099"/>
                  </a:cubicBezTo>
                  <a:lnTo>
                    <a:pt x="9739" y="5907"/>
                  </a:lnTo>
                  <a:cubicBezTo>
                    <a:pt x="9757" y="5889"/>
                    <a:pt x="9775" y="5875"/>
                    <a:pt x="9793" y="5864"/>
                  </a:cubicBezTo>
                  <a:cubicBezTo>
                    <a:pt x="9858" y="5818"/>
                    <a:pt x="9933" y="5796"/>
                    <a:pt x="10007" y="5796"/>
                  </a:cubicBezTo>
                  <a:cubicBezTo>
                    <a:pt x="10102" y="5796"/>
                    <a:pt x="10196" y="5832"/>
                    <a:pt x="10268" y="5904"/>
                  </a:cubicBezTo>
                  <a:lnTo>
                    <a:pt x="10293" y="5933"/>
                  </a:lnTo>
                  <a:cubicBezTo>
                    <a:pt x="10438" y="6078"/>
                    <a:pt x="10438" y="6313"/>
                    <a:pt x="10293" y="6458"/>
                  </a:cubicBezTo>
                  <a:lnTo>
                    <a:pt x="8073" y="8678"/>
                  </a:lnTo>
                  <a:cubicBezTo>
                    <a:pt x="7934" y="8823"/>
                    <a:pt x="8065" y="9020"/>
                    <a:pt x="8220" y="9020"/>
                  </a:cubicBezTo>
                  <a:cubicBezTo>
                    <a:pt x="8266" y="9020"/>
                    <a:pt x="8315" y="9002"/>
                    <a:pt x="8359" y="8960"/>
                  </a:cubicBezTo>
                  <a:lnTo>
                    <a:pt x="9351" y="7968"/>
                  </a:lnTo>
                  <a:lnTo>
                    <a:pt x="9460" y="8077"/>
                  </a:lnTo>
                  <a:cubicBezTo>
                    <a:pt x="9399" y="8280"/>
                    <a:pt x="9366" y="8490"/>
                    <a:pt x="9362" y="8703"/>
                  </a:cubicBezTo>
                  <a:lnTo>
                    <a:pt x="9362" y="8721"/>
                  </a:lnTo>
                  <a:lnTo>
                    <a:pt x="9377" y="8852"/>
                  </a:lnTo>
                  <a:cubicBezTo>
                    <a:pt x="9413" y="9395"/>
                    <a:pt x="9652" y="9902"/>
                    <a:pt x="10050" y="10279"/>
                  </a:cubicBezTo>
                  <a:cubicBezTo>
                    <a:pt x="10456" y="10661"/>
                    <a:pt x="10984" y="10862"/>
                    <a:pt x="11520" y="10862"/>
                  </a:cubicBezTo>
                  <a:cubicBezTo>
                    <a:pt x="11836" y="10862"/>
                    <a:pt x="12155" y="10792"/>
                    <a:pt x="12452" y="10648"/>
                  </a:cubicBezTo>
                  <a:cubicBezTo>
                    <a:pt x="12575" y="10590"/>
                    <a:pt x="12604" y="10424"/>
                    <a:pt x="12506" y="10326"/>
                  </a:cubicBezTo>
                  <a:lnTo>
                    <a:pt x="11206" y="9022"/>
                  </a:lnTo>
                  <a:lnTo>
                    <a:pt x="11202" y="9018"/>
                  </a:lnTo>
                  <a:cubicBezTo>
                    <a:pt x="11159" y="8975"/>
                    <a:pt x="11126" y="8924"/>
                    <a:pt x="11104" y="8866"/>
                  </a:cubicBezTo>
                  <a:lnTo>
                    <a:pt x="11104" y="8859"/>
                  </a:lnTo>
                  <a:cubicBezTo>
                    <a:pt x="11039" y="8696"/>
                    <a:pt x="11079" y="8508"/>
                    <a:pt x="11206" y="8381"/>
                  </a:cubicBezTo>
                  <a:cubicBezTo>
                    <a:pt x="11289" y="8298"/>
                    <a:pt x="11401" y="8251"/>
                    <a:pt x="11521" y="8251"/>
                  </a:cubicBezTo>
                  <a:cubicBezTo>
                    <a:pt x="11575" y="8251"/>
                    <a:pt x="11626" y="8258"/>
                    <a:pt x="11673" y="8280"/>
                  </a:cubicBezTo>
                  <a:lnTo>
                    <a:pt x="11677" y="8280"/>
                  </a:lnTo>
                  <a:cubicBezTo>
                    <a:pt x="11738" y="8298"/>
                    <a:pt x="11793" y="8330"/>
                    <a:pt x="11840" y="8377"/>
                  </a:cubicBezTo>
                  <a:lnTo>
                    <a:pt x="11843" y="8381"/>
                  </a:lnTo>
                  <a:lnTo>
                    <a:pt x="13147" y="9681"/>
                  </a:lnTo>
                  <a:cubicBezTo>
                    <a:pt x="13186" y="9721"/>
                    <a:pt x="13237" y="9741"/>
                    <a:pt x="13288" y="9741"/>
                  </a:cubicBezTo>
                  <a:cubicBezTo>
                    <a:pt x="13360" y="9741"/>
                    <a:pt x="13432" y="9701"/>
                    <a:pt x="13466" y="9627"/>
                  </a:cubicBezTo>
                  <a:cubicBezTo>
                    <a:pt x="13611" y="9341"/>
                    <a:pt x="13683" y="9022"/>
                    <a:pt x="13687" y="8703"/>
                  </a:cubicBezTo>
                  <a:cubicBezTo>
                    <a:pt x="13687" y="8153"/>
                    <a:pt x="13477" y="7624"/>
                    <a:pt x="13100" y="7226"/>
                  </a:cubicBezTo>
                  <a:cubicBezTo>
                    <a:pt x="12727" y="6827"/>
                    <a:pt x="12220" y="6588"/>
                    <a:pt x="11677" y="6552"/>
                  </a:cubicBezTo>
                  <a:lnTo>
                    <a:pt x="11543" y="6538"/>
                  </a:lnTo>
                  <a:lnTo>
                    <a:pt x="11525" y="6538"/>
                  </a:lnTo>
                  <a:cubicBezTo>
                    <a:pt x="11314" y="6541"/>
                    <a:pt x="11104" y="6574"/>
                    <a:pt x="10902" y="6635"/>
                  </a:cubicBezTo>
                  <a:lnTo>
                    <a:pt x="10746" y="6483"/>
                  </a:lnTo>
                  <a:cubicBezTo>
                    <a:pt x="10862" y="6193"/>
                    <a:pt x="10797" y="5868"/>
                    <a:pt x="10579" y="5650"/>
                  </a:cubicBezTo>
                  <a:lnTo>
                    <a:pt x="10550" y="5621"/>
                  </a:lnTo>
                  <a:cubicBezTo>
                    <a:pt x="10407" y="5475"/>
                    <a:pt x="10210" y="5396"/>
                    <a:pt x="10006" y="5396"/>
                  </a:cubicBezTo>
                  <a:cubicBezTo>
                    <a:pt x="9993" y="5396"/>
                    <a:pt x="9980" y="5396"/>
                    <a:pt x="9967" y="5397"/>
                  </a:cubicBezTo>
                  <a:cubicBezTo>
                    <a:pt x="9978" y="5176"/>
                    <a:pt x="9895" y="4966"/>
                    <a:pt x="9739" y="4810"/>
                  </a:cubicBezTo>
                  <a:lnTo>
                    <a:pt x="9714" y="4785"/>
                  </a:lnTo>
                  <a:cubicBezTo>
                    <a:pt x="9571" y="4638"/>
                    <a:pt x="9373" y="4559"/>
                    <a:pt x="9170" y="4559"/>
                  </a:cubicBezTo>
                  <a:cubicBezTo>
                    <a:pt x="9157" y="4559"/>
                    <a:pt x="9144" y="4559"/>
                    <a:pt x="9131" y="4560"/>
                  </a:cubicBezTo>
                  <a:cubicBezTo>
                    <a:pt x="9141" y="4339"/>
                    <a:pt x="9058" y="4129"/>
                    <a:pt x="8902" y="3973"/>
                  </a:cubicBezTo>
                  <a:lnTo>
                    <a:pt x="8877" y="3948"/>
                  </a:lnTo>
                  <a:cubicBezTo>
                    <a:pt x="8731" y="3802"/>
                    <a:pt x="8536" y="3722"/>
                    <a:pt x="8333" y="3722"/>
                  </a:cubicBezTo>
                  <a:cubicBezTo>
                    <a:pt x="8320" y="3722"/>
                    <a:pt x="8307" y="3723"/>
                    <a:pt x="8294" y="3723"/>
                  </a:cubicBezTo>
                  <a:cubicBezTo>
                    <a:pt x="8305" y="3503"/>
                    <a:pt x="8221" y="3292"/>
                    <a:pt x="8066" y="3137"/>
                  </a:cubicBezTo>
                  <a:lnTo>
                    <a:pt x="8040" y="3111"/>
                  </a:lnTo>
                  <a:cubicBezTo>
                    <a:pt x="7894" y="2963"/>
                    <a:pt x="7697" y="2885"/>
                    <a:pt x="7497" y="2885"/>
                  </a:cubicBezTo>
                  <a:cubicBezTo>
                    <a:pt x="7399" y="2885"/>
                    <a:pt x="7301" y="2903"/>
                    <a:pt x="7207" y="2941"/>
                  </a:cubicBezTo>
                  <a:lnTo>
                    <a:pt x="7052" y="2789"/>
                  </a:lnTo>
                  <a:cubicBezTo>
                    <a:pt x="7117" y="2590"/>
                    <a:pt x="7149" y="2380"/>
                    <a:pt x="7149" y="2166"/>
                  </a:cubicBezTo>
                  <a:lnTo>
                    <a:pt x="7149" y="2148"/>
                  </a:lnTo>
                  <a:lnTo>
                    <a:pt x="7139" y="2018"/>
                  </a:lnTo>
                  <a:cubicBezTo>
                    <a:pt x="7117" y="1713"/>
                    <a:pt x="7030" y="1413"/>
                    <a:pt x="6885" y="1145"/>
                  </a:cubicBezTo>
                  <a:cubicBezTo>
                    <a:pt x="6845" y="1068"/>
                    <a:pt x="6781" y="1037"/>
                    <a:pt x="6716" y="1037"/>
                  </a:cubicBezTo>
                  <a:cubicBezTo>
                    <a:pt x="6582" y="1037"/>
                    <a:pt x="6448" y="1174"/>
                    <a:pt x="6534" y="1333"/>
                  </a:cubicBezTo>
                  <a:cubicBezTo>
                    <a:pt x="6653" y="1554"/>
                    <a:pt x="6722" y="1797"/>
                    <a:pt x="6740" y="2047"/>
                  </a:cubicBezTo>
                  <a:lnTo>
                    <a:pt x="6740" y="2050"/>
                  </a:lnTo>
                  <a:lnTo>
                    <a:pt x="6751" y="2177"/>
                  </a:lnTo>
                  <a:cubicBezTo>
                    <a:pt x="6747" y="2380"/>
                    <a:pt x="6708" y="2583"/>
                    <a:pt x="6635" y="2775"/>
                  </a:cubicBezTo>
                  <a:cubicBezTo>
                    <a:pt x="6606" y="2847"/>
                    <a:pt x="6624" y="2930"/>
                    <a:pt x="6679" y="2985"/>
                  </a:cubicBezTo>
                  <a:lnTo>
                    <a:pt x="6878" y="3184"/>
                  </a:lnTo>
                  <a:lnTo>
                    <a:pt x="6012" y="4057"/>
                  </a:lnTo>
                  <a:lnTo>
                    <a:pt x="5813" y="3857"/>
                  </a:lnTo>
                  <a:cubicBezTo>
                    <a:pt x="5772" y="3819"/>
                    <a:pt x="5721" y="3799"/>
                    <a:pt x="5669" y="3799"/>
                  </a:cubicBezTo>
                  <a:cubicBezTo>
                    <a:pt x="5647" y="3799"/>
                    <a:pt x="5625" y="3803"/>
                    <a:pt x="5603" y="3810"/>
                  </a:cubicBezTo>
                  <a:cubicBezTo>
                    <a:pt x="5411" y="3886"/>
                    <a:pt x="5205" y="3923"/>
                    <a:pt x="5002" y="3926"/>
                  </a:cubicBezTo>
                  <a:lnTo>
                    <a:pt x="4879" y="3915"/>
                  </a:lnTo>
                  <a:lnTo>
                    <a:pt x="4875" y="3915"/>
                  </a:lnTo>
                  <a:cubicBezTo>
                    <a:pt x="3951" y="3854"/>
                    <a:pt x="3238" y="3090"/>
                    <a:pt x="3231" y="2166"/>
                  </a:cubicBezTo>
                  <a:cubicBezTo>
                    <a:pt x="3231" y="2003"/>
                    <a:pt x="3256" y="1840"/>
                    <a:pt x="3300" y="1681"/>
                  </a:cubicBezTo>
                  <a:lnTo>
                    <a:pt x="4386" y="2767"/>
                  </a:lnTo>
                  <a:cubicBezTo>
                    <a:pt x="4549" y="2923"/>
                    <a:pt x="4766" y="3014"/>
                    <a:pt x="4991" y="3017"/>
                  </a:cubicBezTo>
                  <a:cubicBezTo>
                    <a:pt x="5215" y="3017"/>
                    <a:pt x="5433" y="2930"/>
                    <a:pt x="5592" y="2767"/>
                  </a:cubicBezTo>
                  <a:cubicBezTo>
                    <a:pt x="5828" y="2532"/>
                    <a:pt x="5907" y="2181"/>
                    <a:pt x="5791" y="1869"/>
                  </a:cubicBezTo>
                  <a:lnTo>
                    <a:pt x="5788" y="1858"/>
                  </a:lnTo>
                  <a:cubicBezTo>
                    <a:pt x="5744" y="1746"/>
                    <a:pt x="5675" y="1645"/>
                    <a:pt x="5592" y="1561"/>
                  </a:cubicBezTo>
                  <a:lnTo>
                    <a:pt x="4506" y="475"/>
                  </a:lnTo>
                  <a:cubicBezTo>
                    <a:pt x="4661" y="428"/>
                    <a:pt x="4824" y="402"/>
                    <a:pt x="4987" y="402"/>
                  </a:cubicBezTo>
                  <a:cubicBezTo>
                    <a:pt x="5386" y="402"/>
                    <a:pt x="5770" y="536"/>
                    <a:pt x="6077" y="783"/>
                  </a:cubicBezTo>
                  <a:cubicBezTo>
                    <a:pt x="6120" y="816"/>
                    <a:pt x="6163" y="830"/>
                    <a:pt x="6205" y="830"/>
                  </a:cubicBezTo>
                  <a:cubicBezTo>
                    <a:pt x="6369" y="830"/>
                    <a:pt x="6495" y="604"/>
                    <a:pt x="6327" y="471"/>
                  </a:cubicBezTo>
                  <a:cubicBezTo>
                    <a:pt x="5947" y="167"/>
                    <a:pt x="5476" y="0"/>
                    <a:pt x="4987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42" name="Google Shape;342;p28"/>
          <p:cNvGrpSpPr/>
          <p:nvPr/>
        </p:nvGrpSpPr>
        <p:grpSpPr>
          <a:xfrm>
            <a:off x="1434561" y="1642695"/>
            <a:ext cx="425186" cy="548637"/>
            <a:chOff x="5355790" y="3797471"/>
            <a:chExt cx="284958" cy="365052"/>
          </a:xfrm>
        </p:grpSpPr>
        <p:sp>
          <p:nvSpPr>
            <p:cNvPr id="343" name="Google Shape;343;p28"/>
            <p:cNvSpPr/>
            <p:nvPr/>
          </p:nvSpPr>
          <p:spPr>
            <a:xfrm>
              <a:off x="5361086" y="3991454"/>
              <a:ext cx="274366" cy="165721"/>
            </a:xfrm>
            <a:custGeom>
              <a:rect b="b" l="l" r="r" t="t"/>
              <a:pathLst>
                <a:path extrusionOk="0" h="6321" w="10465">
                  <a:moveTo>
                    <a:pt x="3710" y="0"/>
                  </a:moveTo>
                  <a:lnTo>
                    <a:pt x="3710" y="1482"/>
                  </a:lnTo>
                  <a:cubicBezTo>
                    <a:pt x="3710" y="1771"/>
                    <a:pt x="3518" y="2025"/>
                    <a:pt x="3239" y="2108"/>
                  </a:cubicBezTo>
                  <a:lnTo>
                    <a:pt x="943" y="2786"/>
                  </a:lnTo>
                  <a:cubicBezTo>
                    <a:pt x="385" y="2949"/>
                    <a:pt x="1" y="3459"/>
                    <a:pt x="1" y="4039"/>
                  </a:cubicBezTo>
                  <a:lnTo>
                    <a:pt x="1" y="6320"/>
                  </a:lnTo>
                  <a:lnTo>
                    <a:pt x="10464" y="6320"/>
                  </a:lnTo>
                  <a:lnTo>
                    <a:pt x="10464" y="4039"/>
                  </a:lnTo>
                  <a:cubicBezTo>
                    <a:pt x="10464" y="3456"/>
                    <a:pt x="10080" y="2949"/>
                    <a:pt x="9526" y="2786"/>
                  </a:cubicBezTo>
                  <a:lnTo>
                    <a:pt x="7230" y="2108"/>
                  </a:lnTo>
                  <a:cubicBezTo>
                    <a:pt x="6951" y="2025"/>
                    <a:pt x="6759" y="1771"/>
                    <a:pt x="6759" y="1482"/>
                  </a:cubicBezTo>
                  <a:lnTo>
                    <a:pt x="6759" y="0"/>
                  </a:lnTo>
                  <a:close/>
                </a:path>
              </a:pathLst>
            </a:custGeom>
            <a:solidFill>
              <a:srgbClr val="F2F4F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" name="Google Shape;344;p28"/>
            <p:cNvSpPr/>
            <p:nvPr/>
          </p:nvSpPr>
          <p:spPr>
            <a:xfrm>
              <a:off x="5361191" y="4047088"/>
              <a:ext cx="274261" cy="110087"/>
            </a:xfrm>
            <a:custGeom>
              <a:rect b="b" l="l" r="r" t="t"/>
              <a:pathLst>
                <a:path extrusionOk="0" h="4199" w="10461">
                  <a:moveTo>
                    <a:pt x="3188" y="1"/>
                  </a:moveTo>
                  <a:lnTo>
                    <a:pt x="939" y="664"/>
                  </a:lnTo>
                  <a:cubicBezTo>
                    <a:pt x="381" y="827"/>
                    <a:pt x="1" y="1337"/>
                    <a:pt x="1" y="1917"/>
                  </a:cubicBezTo>
                  <a:lnTo>
                    <a:pt x="1" y="4198"/>
                  </a:lnTo>
                  <a:lnTo>
                    <a:pt x="10460" y="4198"/>
                  </a:lnTo>
                  <a:lnTo>
                    <a:pt x="10460" y="1917"/>
                  </a:lnTo>
                  <a:cubicBezTo>
                    <a:pt x="10460" y="1334"/>
                    <a:pt x="10076" y="827"/>
                    <a:pt x="9522" y="664"/>
                  </a:cubicBezTo>
                  <a:lnTo>
                    <a:pt x="7273" y="1"/>
                  </a:lnTo>
                  <a:cubicBezTo>
                    <a:pt x="6808" y="765"/>
                    <a:pt x="6019" y="1147"/>
                    <a:pt x="5230" y="1147"/>
                  </a:cubicBezTo>
                  <a:cubicBezTo>
                    <a:pt x="4442" y="1147"/>
                    <a:pt x="3653" y="765"/>
                    <a:pt x="3188" y="1"/>
                  </a:cubicBezTo>
                  <a:close/>
                </a:path>
              </a:pathLst>
            </a:custGeom>
            <a:solidFill>
              <a:srgbClr val="ACB9C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" name="Google Shape;345;p28"/>
            <p:cNvSpPr/>
            <p:nvPr/>
          </p:nvSpPr>
          <p:spPr>
            <a:xfrm>
              <a:off x="5427757" y="4047088"/>
              <a:ext cx="141129" cy="47218"/>
            </a:xfrm>
            <a:custGeom>
              <a:rect b="b" l="l" r="r" t="t"/>
              <a:pathLst>
                <a:path extrusionOk="0" h="1801" w="5383">
                  <a:moveTo>
                    <a:pt x="649" y="1"/>
                  </a:moveTo>
                  <a:lnTo>
                    <a:pt x="0" y="189"/>
                  </a:lnTo>
                  <a:cubicBezTo>
                    <a:pt x="529" y="1181"/>
                    <a:pt x="1565" y="1801"/>
                    <a:pt x="2691" y="1801"/>
                  </a:cubicBezTo>
                  <a:cubicBezTo>
                    <a:pt x="3814" y="1801"/>
                    <a:pt x="4850" y="1181"/>
                    <a:pt x="5382" y="189"/>
                  </a:cubicBezTo>
                  <a:lnTo>
                    <a:pt x="4734" y="1"/>
                  </a:lnTo>
                  <a:cubicBezTo>
                    <a:pt x="4267" y="765"/>
                    <a:pt x="3478" y="1147"/>
                    <a:pt x="2690" y="1147"/>
                  </a:cubicBezTo>
                  <a:cubicBezTo>
                    <a:pt x="1902" y="1147"/>
                    <a:pt x="1114" y="765"/>
                    <a:pt x="649" y="1"/>
                  </a:cubicBezTo>
                  <a:close/>
                </a:path>
              </a:pathLst>
            </a:custGeom>
            <a:solidFill>
              <a:srgbClr val="899CA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" name="Google Shape;346;p28"/>
            <p:cNvSpPr/>
            <p:nvPr/>
          </p:nvSpPr>
          <p:spPr>
            <a:xfrm>
              <a:off x="5406862" y="4049841"/>
              <a:ext cx="28603" cy="78836"/>
            </a:xfrm>
            <a:custGeom>
              <a:rect b="b" l="l" r="r" t="t"/>
              <a:pathLst>
                <a:path extrusionOk="0" h="3007" w="1091">
                  <a:moveTo>
                    <a:pt x="1091" y="1"/>
                  </a:moveTo>
                  <a:lnTo>
                    <a:pt x="1" y="319"/>
                  </a:lnTo>
                  <a:lnTo>
                    <a:pt x="1" y="3007"/>
                  </a:lnTo>
                  <a:lnTo>
                    <a:pt x="1091" y="3007"/>
                  </a:lnTo>
                  <a:lnTo>
                    <a:pt x="1091" y="1"/>
                  </a:lnTo>
                  <a:close/>
                </a:path>
              </a:pathLst>
            </a:custGeom>
            <a:solidFill>
              <a:srgbClr val="E1E7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" name="Google Shape;347;p28"/>
            <p:cNvSpPr/>
            <p:nvPr/>
          </p:nvSpPr>
          <p:spPr>
            <a:xfrm>
              <a:off x="5561152" y="4049841"/>
              <a:ext cx="28630" cy="78836"/>
            </a:xfrm>
            <a:custGeom>
              <a:rect b="b" l="l" r="r" t="t"/>
              <a:pathLst>
                <a:path extrusionOk="0" h="3007" w="1092">
                  <a:moveTo>
                    <a:pt x="1" y="1"/>
                  </a:moveTo>
                  <a:lnTo>
                    <a:pt x="1" y="3007"/>
                  </a:lnTo>
                  <a:lnTo>
                    <a:pt x="1091" y="3007"/>
                  </a:lnTo>
                  <a:lnTo>
                    <a:pt x="1091" y="31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1E7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" name="Google Shape;348;p28"/>
            <p:cNvSpPr/>
            <p:nvPr/>
          </p:nvSpPr>
          <p:spPr>
            <a:xfrm>
              <a:off x="5406862" y="4105763"/>
              <a:ext cx="182919" cy="51413"/>
            </a:xfrm>
            <a:custGeom>
              <a:rect b="b" l="l" r="r" t="t"/>
              <a:pathLst>
                <a:path extrusionOk="0" h="1961" w="6977">
                  <a:moveTo>
                    <a:pt x="653" y="1"/>
                  </a:moveTo>
                  <a:cubicBezTo>
                    <a:pt x="294" y="1"/>
                    <a:pt x="1" y="294"/>
                    <a:pt x="1" y="653"/>
                  </a:cubicBezTo>
                  <a:lnTo>
                    <a:pt x="1" y="1960"/>
                  </a:lnTo>
                  <a:lnTo>
                    <a:pt x="6976" y="1960"/>
                  </a:lnTo>
                  <a:lnTo>
                    <a:pt x="6976" y="653"/>
                  </a:lnTo>
                  <a:cubicBezTo>
                    <a:pt x="6976" y="294"/>
                    <a:pt x="6683" y="1"/>
                    <a:pt x="6320" y="1"/>
                  </a:cubicBezTo>
                  <a:close/>
                </a:path>
              </a:pathLst>
            </a:custGeom>
            <a:solidFill>
              <a:srgbClr val="E6EB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" name="Google Shape;349;p28"/>
            <p:cNvSpPr/>
            <p:nvPr/>
          </p:nvSpPr>
          <p:spPr>
            <a:xfrm>
              <a:off x="5458326" y="3997143"/>
              <a:ext cx="79990" cy="34292"/>
            </a:xfrm>
            <a:custGeom>
              <a:rect b="b" l="l" r="r" t="t"/>
              <a:pathLst>
                <a:path extrusionOk="0" h="1308" w="3051">
                  <a:moveTo>
                    <a:pt x="1" y="1"/>
                  </a:moveTo>
                  <a:lnTo>
                    <a:pt x="1" y="924"/>
                  </a:lnTo>
                  <a:cubicBezTo>
                    <a:pt x="475" y="1180"/>
                    <a:pt x="999" y="1307"/>
                    <a:pt x="1524" y="1307"/>
                  </a:cubicBezTo>
                  <a:cubicBezTo>
                    <a:pt x="2049" y="1307"/>
                    <a:pt x="2574" y="1180"/>
                    <a:pt x="3050" y="924"/>
                  </a:cubicBezTo>
                  <a:lnTo>
                    <a:pt x="3050" y="1"/>
                  </a:lnTo>
                  <a:close/>
                </a:path>
              </a:pathLst>
            </a:custGeom>
            <a:solidFill>
              <a:srgbClr val="EEF1F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" name="Google Shape;350;p28"/>
            <p:cNvSpPr/>
            <p:nvPr/>
          </p:nvSpPr>
          <p:spPr>
            <a:xfrm>
              <a:off x="5401172" y="3814355"/>
              <a:ext cx="194298" cy="200092"/>
            </a:xfrm>
            <a:custGeom>
              <a:rect b="b" l="l" r="r" t="t"/>
              <a:pathLst>
                <a:path extrusionOk="0" h="7632" w="7411">
                  <a:moveTo>
                    <a:pt x="3705" y="1"/>
                  </a:moveTo>
                  <a:cubicBezTo>
                    <a:pt x="2018" y="1"/>
                    <a:pt x="652" y="1366"/>
                    <a:pt x="652" y="3050"/>
                  </a:cubicBezTo>
                  <a:lnTo>
                    <a:pt x="652" y="3923"/>
                  </a:lnTo>
                  <a:lnTo>
                    <a:pt x="544" y="3923"/>
                  </a:lnTo>
                  <a:cubicBezTo>
                    <a:pt x="243" y="3923"/>
                    <a:pt x="0" y="4166"/>
                    <a:pt x="0" y="4467"/>
                  </a:cubicBezTo>
                  <a:cubicBezTo>
                    <a:pt x="0" y="4767"/>
                    <a:pt x="243" y="5013"/>
                    <a:pt x="544" y="5013"/>
                  </a:cubicBezTo>
                  <a:lnTo>
                    <a:pt x="880" y="5013"/>
                  </a:lnTo>
                  <a:cubicBezTo>
                    <a:pt x="993" y="6487"/>
                    <a:pt x="2224" y="7632"/>
                    <a:pt x="3705" y="7632"/>
                  </a:cubicBezTo>
                  <a:cubicBezTo>
                    <a:pt x="5187" y="7632"/>
                    <a:pt x="6414" y="6487"/>
                    <a:pt x="6527" y="5013"/>
                  </a:cubicBezTo>
                  <a:lnTo>
                    <a:pt x="6863" y="5013"/>
                  </a:lnTo>
                  <a:cubicBezTo>
                    <a:pt x="7164" y="5013"/>
                    <a:pt x="7410" y="4767"/>
                    <a:pt x="7410" y="4467"/>
                  </a:cubicBezTo>
                  <a:cubicBezTo>
                    <a:pt x="7410" y="4166"/>
                    <a:pt x="7164" y="3923"/>
                    <a:pt x="6863" y="3923"/>
                  </a:cubicBezTo>
                  <a:lnTo>
                    <a:pt x="6755" y="3923"/>
                  </a:lnTo>
                  <a:lnTo>
                    <a:pt x="6755" y="3050"/>
                  </a:lnTo>
                  <a:cubicBezTo>
                    <a:pt x="6755" y="1366"/>
                    <a:pt x="5389" y="1"/>
                    <a:pt x="3705" y="1"/>
                  </a:cubicBezTo>
                  <a:close/>
                </a:path>
              </a:pathLst>
            </a:custGeom>
            <a:solidFill>
              <a:srgbClr val="F6F8F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" name="Google Shape;351;p28"/>
            <p:cNvSpPr/>
            <p:nvPr/>
          </p:nvSpPr>
          <p:spPr>
            <a:xfrm>
              <a:off x="5406862" y="3808587"/>
              <a:ext cx="182919" cy="91447"/>
            </a:xfrm>
            <a:custGeom>
              <a:rect b="b" l="l" r="r" t="t"/>
              <a:pathLst>
                <a:path extrusionOk="0" h="3488" w="6977">
                  <a:moveTo>
                    <a:pt x="3488" y="0"/>
                  </a:moveTo>
                  <a:cubicBezTo>
                    <a:pt x="1562" y="0"/>
                    <a:pt x="1" y="1561"/>
                    <a:pt x="1" y="3488"/>
                  </a:cubicBezTo>
                  <a:lnTo>
                    <a:pt x="6976" y="3488"/>
                  </a:lnTo>
                  <a:cubicBezTo>
                    <a:pt x="6976" y="1561"/>
                    <a:pt x="5415" y="0"/>
                    <a:pt x="3488" y="0"/>
                  </a:cubicBezTo>
                  <a:close/>
                </a:path>
              </a:pathLst>
            </a:custGeom>
            <a:solidFill>
              <a:srgbClr val="F4F7F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" name="Google Shape;352;p28"/>
            <p:cNvSpPr/>
            <p:nvPr/>
          </p:nvSpPr>
          <p:spPr>
            <a:xfrm>
              <a:off x="5406862" y="3808587"/>
              <a:ext cx="91473" cy="91447"/>
            </a:xfrm>
            <a:custGeom>
              <a:rect b="b" l="l" r="r" t="t"/>
              <a:pathLst>
                <a:path extrusionOk="0" h="3488" w="3489">
                  <a:moveTo>
                    <a:pt x="3488" y="0"/>
                  </a:moveTo>
                  <a:cubicBezTo>
                    <a:pt x="1562" y="0"/>
                    <a:pt x="1" y="1561"/>
                    <a:pt x="1" y="3488"/>
                  </a:cubicBezTo>
                  <a:lnTo>
                    <a:pt x="1964" y="3488"/>
                  </a:lnTo>
                  <a:cubicBezTo>
                    <a:pt x="1964" y="2332"/>
                    <a:pt x="2536" y="1253"/>
                    <a:pt x="3488" y="608"/>
                  </a:cubicBezTo>
                  <a:lnTo>
                    <a:pt x="3488" y="0"/>
                  </a:lnTo>
                  <a:close/>
                </a:path>
              </a:pathLst>
            </a:custGeom>
            <a:solidFill>
              <a:srgbClr val="F1F4F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" name="Google Shape;353;p28"/>
            <p:cNvSpPr/>
            <p:nvPr/>
          </p:nvSpPr>
          <p:spPr>
            <a:xfrm>
              <a:off x="5401172" y="3900008"/>
              <a:ext cx="165721" cy="114361"/>
            </a:xfrm>
            <a:custGeom>
              <a:rect b="b" l="l" r="r" t="t"/>
              <a:pathLst>
                <a:path extrusionOk="0" h="4362" w="6321">
                  <a:moveTo>
                    <a:pt x="652" y="1"/>
                  </a:moveTo>
                  <a:lnTo>
                    <a:pt x="652" y="656"/>
                  </a:lnTo>
                  <a:lnTo>
                    <a:pt x="544" y="656"/>
                  </a:lnTo>
                  <a:cubicBezTo>
                    <a:pt x="243" y="656"/>
                    <a:pt x="0" y="899"/>
                    <a:pt x="0" y="1200"/>
                  </a:cubicBezTo>
                  <a:cubicBezTo>
                    <a:pt x="0" y="1500"/>
                    <a:pt x="243" y="1746"/>
                    <a:pt x="544" y="1746"/>
                  </a:cubicBezTo>
                  <a:lnTo>
                    <a:pt x="880" y="1746"/>
                  </a:lnTo>
                  <a:cubicBezTo>
                    <a:pt x="991" y="3253"/>
                    <a:pt x="2253" y="4362"/>
                    <a:pt x="3691" y="4362"/>
                  </a:cubicBezTo>
                  <a:cubicBezTo>
                    <a:pt x="3905" y="4362"/>
                    <a:pt x="4124" y="4337"/>
                    <a:pt x="4343" y="4285"/>
                  </a:cubicBezTo>
                  <a:cubicBezTo>
                    <a:pt x="2952" y="3974"/>
                    <a:pt x="1960" y="2735"/>
                    <a:pt x="1960" y="1308"/>
                  </a:cubicBezTo>
                  <a:cubicBezTo>
                    <a:pt x="1960" y="950"/>
                    <a:pt x="2253" y="656"/>
                    <a:pt x="2615" y="656"/>
                  </a:cubicBezTo>
                  <a:lnTo>
                    <a:pt x="5882" y="656"/>
                  </a:lnTo>
                  <a:cubicBezTo>
                    <a:pt x="6125" y="656"/>
                    <a:pt x="6320" y="461"/>
                    <a:pt x="6320" y="218"/>
                  </a:cubicBezTo>
                  <a:lnTo>
                    <a:pt x="6320" y="1"/>
                  </a:lnTo>
                  <a:close/>
                </a:path>
              </a:pathLst>
            </a:custGeom>
            <a:solidFill>
              <a:srgbClr val="F2F4F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" name="Google Shape;354;p28"/>
            <p:cNvSpPr/>
            <p:nvPr/>
          </p:nvSpPr>
          <p:spPr>
            <a:xfrm>
              <a:off x="5464592" y="3957267"/>
              <a:ext cx="67536" cy="66540"/>
            </a:xfrm>
            <a:custGeom>
              <a:rect b="b" l="l" r="r" t="t"/>
              <a:pathLst>
                <a:path extrusionOk="0" h="2538" w="2576">
                  <a:moveTo>
                    <a:pt x="1797" y="1"/>
                  </a:moveTo>
                  <a:cubicBezTo>
                    <a:pt x="1794" y="1"/>
                    <a:pt x="1792" y="1"/>
                    <a:pt x="1790" y="1"/>
                  </a:cubicBezTo>
                  <a:lnTo>
                    <a:pt x="783" y="1"/>
                  </a:lnTo>
                  <a:cubicBezTo>
                    <a:pt x="450" y="1"/>
                    <a:pt x="171" y="251"/>
                    <a:pt x="135" y="580"/>
                  </a:cubicBezTo>
                  <a:lnTo>
                    <a:pt x="30" y="1507"/>
                  </a:lnTo>
                  <a:cubicBezTo>
                    <a:pt x="1" y="1779"/>
                    <a:pt x="142" y="2043"/>
                    <a:pt x="388" y="2163"/>
                  </a:cubicBezTo>
                  <a:lnTo>
                    <a:pt x="997" y="2467"/>
                  </a:lnTo>
                  <a:cubicBezTo>
                    <a:pt x="1089" y="2514"/>
                    <a:pt x="1189" y="2538"/>
                    <a:pt x="1288" y="2538"/>
                  </a:cubicBezTo>
                  <a:cubicBezTo>
                    <a:pt x="1388" y="2538"/>
                    <a:pt x="1487" y="2514"/>
                    <a:pt x="1580" y="2467"/>
                  </a:cubicBezTo>
                  <a:lnTo>
                    <a:pt x="2188" y="2163"/>
                  </a:lnTo>
                  <a:cubicBezTo>
                    <a:pt x="2434" y="2043"/>
                    <a:pt x="2576" y="1779"/>
                    <a:pt x="2547" y="1507"/>
                  </a:cubicBezTo>
                  <a:lnTo>
                    <a:pt x="2442" y="580"/>
                  </a:lnTo>
                  <a:cubicBezTo>
                    <a:pt x="2406" y="249"/>
                    <a:pt x="2127" y="1"/>
                    <a:pt x="1797" y="1"/>
                  </a:cubicBezTo>
                  <a:close/>
                </a:path>
              </a:pathLst>
            </a:custGeom>
            <a:solidFill>
              <a:srgbClr val="E0E7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" name="Google Shape;355;p28"/>
            <p:cNvSpPr/>
            <p:nvPr/>
          </p:nvSpPr>
          <p:spPr>
            <a:xfrm>
              <a:off x="5464592" y="3957162"/>
              <a:ext cx="41712" cy="66566"/>
            </a:xfrm>
            <a:custGeom>
              <a:rect b="b" l="l" r="r" t="t"/>
              <a:pathLst>
                <a:path extrusionOk="0" h="2539" w="1591">
                  <a:moveTo>
                    <a:pt x="783" y="1"/>
                  </a:moveTo>
                  <a:cubicBezTo>
                    <a:pt x="450" y="1"/>
                    <a:pt x="171" y="251"/>
                    <a:pt x="135" y="584"/>
                  </a:cubicBezTo>
                  <a:lnTo>
                    <a:pt x="30" y="1508"/>
                  </a:lnTo>
                  <a:cubicBezTo>
                    <a:pt x="1" y="1783"/>
                    <a:pt x="142" y="2044"/>
                    <a:pt x="388" y="2167"/>
                  </a:cubicBezTo>
                  <a:lnTo>
                    <a:pt x="997" y="2471"/>
                  </a:lnTo>
                  <a:cubicBezTo>
                    <a:pt x="1089" y="2516"/>
                    <a:pt x="1189" y="2539"/>
                    <a:pt x="1288" y="2539"/>
                  </a:cubicBezTo>
                  <a:cubicBezTo>
                    <a:pt x="1388" y="2539"/>
                    <a:pt x="1487" y="2516"/>
                    <a:pt x="1580" y="2471"/>
                  </a:cubicBezTo>
                  <a:lnTo>
                    <a:pt x="1591" y="2467"/>
                  </a:lnTo>
                  <a:lnTo>
                    <a:pt x="1210" y="2236"/>
                  </a:lnTo>
                  <a:cubicBezTo>
                    <a:pt x="968" y="2083"/>
                    <a:pt x="823" y="1761"/>
                    <a:pt x="852" y="1424"/>
                  </a:cubicBezTo>
                  <a:lnTo>
                    <a:pt x="957" y="283"/>
                  </a:lnTo>
                  <a:cubicBezTo>
                    <a:pt x="964" y="186"/>
                    <a:pt x="989" y="92"/>
                    <a:pt x="1026" y="1"/>
                  </a:cubicBezTo>
                  <a:close/>
                </a:path>
              </a:pathLst>
            </a:custGeom>
            <a:solidFill>
              <a:srgbClr val="DAE2E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" name="Google Shape;356;p28"/>
            <p:cNvSpPr/>
            <p:nvPr/>
          </p:nvSpPr>
          <p:spPr>
            <a:xfrm>
              <a:off x="5481109" y="3802872"/>
              <a:ext cx="34319" cy="74379"/>
            </a:xfrm>
            <a:custGeom>
              <a:rect b="b" l="l" r="r" t="t"/>
              <a:pathLst>
                <a:path extrusionOk="0" h="2837" w="1309">
                  <a:moveTo>
                    <a:pt x="218" y="1"/>
                  </a:moveTo>
                  <a:cubicBezTo>
                    <a:pt x="99" y="1"/>
                    <a:pt x="1" y="99"/>
                    <a:pt x="1" y="218"/>
                  </a:cubicBezTo>
                  <a:lnTo>
                    <a:pt x="1" y="2619"/>
                  </a:lnTo>
                  <a:cubicBezTo>
                    <a:pt x="1" y="2739"/>
                    <a:pt x="99" y="2837"/>
                    <a:pt x="218" y="2837"/>
                  </a:cubicBezTo>
                  <a:lnTo>
                    <a:pt x="1091" y="2837"/>
                  </a:lnTo>
                  <a:cubicBezTo>
                    <a:pt x="1210" y="2837"/>
                    <a:pt x="1308" y="2739"/>
                    <a:pt x="1308" y="2619"/>
                  </a:cubicBezTo>
                  <a:lnTo>
                    <a:pt x="1308" y="218"/>
                  </a:lnTo>
                  <a:cubicBezTo>
                    <a:pt x="1308" y="99"/>
                    <a:pt x="1210" y="1"/>
                    <a:pt x="1091" y="1"/>
                  </a:cubicBezTo>
                  <a:close/>
                </a:path>
              </a:pathLst>
            </a:custGeom>
            <a:solidFill>
              <a:srgbClr val="D9E1E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" name="Google Shape;357;p28"/>
            <p:cNvSpPr/>
            <p:nvPr/>
          </p:nvSpPr>
          <p:spPr>
            <a:xfrm>
              <a:off x="5543979" y="3817947"/>
              <a:ext cx="22914" cy="59304"/>
            </a:xfrm>
            <a:custGeom>
              <a:rect b="b" l="l" r="r" t="t"/>
              <a:pathLst>
                <a:path extrusionOk="0" h="2262" w="874">
                  <a:moveTo>
                    <a:pt x="143" y="1"/>
                  </a:moveTo>
                  <a:cubicBezTo>
                    <a:pt x="69" y="1"/>
                    <a:pt x="0" y="60"/>
                    <a:pt x="0" y="143"/>
                  </a:cubicBezTo>
                  <a:lnTo>
                    <a:pt x="0" y="2044"/>
                  </a:lnTo>
                  <a:cubicBezTo>
                    <a:pt x="0" y="2164"/>
                    <a:pt x="98" y="2262"/>
                    <a:pt x="218" y="2262"/>
                  </a:cubicBezTo>
                  <a:lnTo>
                    <a:pt x="656" y="2262"/>
                  </a:lnTo>
                  <a:cubicBezTo>
                    <a:pt x="775" y="2262"/>
                    <a:pt x="873" y="2164"/>
                    <a:pt x="873" y="2044"/>
                  </a:cubicBezTo>
                  <a:lnTo>
                    <a:pt x="873" y="733"/>
                  </a:lnTo>
                  <a:cubicBezTo>
                    <a:pt x="873" y="599"/>
                    <a:pt x="812" y="469"/>
                    <a:pt x="699" y="385"/>
                  </a:cubicBezTo>
                  <a:lnTo>
                    <a:pt x="229" y="31"/>
                  </a:lnTo>
                  <a:cubicBezTo>
                    <a:pt x="202" y="10"/>
                    <a:pt x="172" y="1"/>
                    <a:pt x="143" y="1"/>
                  </a:cubicBezTo>
                  <a:close/>
                </a:path>
              </a:pathLst>
            </a:custGeom>
            <a:solidFill>
              <a:srgbClr val="D9E1E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" name="Google Shape;358;p28"/>
            <p:cNvSpPr/>
            <p:nvPr/>
          </p:nvSpPr>
          <p:spPr>
            <a:xfrm>
              <a:off x="5429645" y="3817947"/>
              <a:ext cx="22993" cy="59304"/>
            </a:xfrm>
            <a:custGeom>
              <a:rect b="b" l="l" r="r" t="t"/>
              <a:pathLst>
                <a:path extrusionOk="0" h="2262" w="877">
                  <a:moveTo>
                    <a:pt x="733" y="1"/>
                  </a:moveTo>
                  <a:cubicBezTo>
                    <a:pt x="704" y="1"/>
                    <a:pt x="675" y="10"/>
                    <a:pt x="649" y="31"/>
                  </a:cubicBezTo>
                  <a:lnTo>
                    <a:pt x="175" y="385"/>
                  </a:lnTo>
                  <a:cubicBezTo>
                    <a:pt x="66" y="469"/>
                    <a:pt x="1" y="599"/>
                    <a:pt x="1" y="733"/>
                  </a:cubicBezTo>
                  <a:lnTo>
                    <a:pt x="1" y="2044"/>
                  </a:lnTo>
                  <a:cubicBezTo>
                    <a:pt x="1" y="2164"/>
                    <a:pt x="99" y="2262"/>
                    <a:pt x="222" y="2262"/>
                  </a:cubicBezTo>
                  <a:lnTo>
                    <a:pt x="656" y="2262"/>
                  </a:lnTo>
                  <a:cubicBezTo>
                    <a:pt x="776" y="2262"/>
                    <a:pt x="874" y="2164"/>
                    <a:pt x="874" y="2044"/>
                  </a:cubicBezTo>
                  <a:lnTo>
                    <a:pt x="874" y="143"/>
                  </a:lnTo>
                  <a:cubicBezTo>
                    <a:pt x="876" y="60"/>
                    <a:pt x="806" y="1"/>
                    <a:pt x="733" y="1"/>
                  </a:cubicBezTo>
                  <a:close/>
                </a:path>
              </a:pathLst>
            </a:custGeom>
            <a:solidFill>
              <a:srgbClr val="F4F7F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" name="Google Shape;359;p28"/>
            <p:cNvSpPr/>
            <p:nvPr/>
          </p:nvSpPr>
          <p:spPr>
            <a:xfrm>
              <a:off x="5389689" y="4105763"/>
              <a:ext cx="17199" cy="51413"/>
            </a:xfrm>
            <a:custGeom>
              <a:rect b="b" l="l" r="r" t="t"/>
              <a:pathLst>
                <a:path extrusionOk="0" h="1961" w="656">
                  <a:moveTo>
                    <a:pt x="656" y="1"/>
                  </a:moveTo>
                  <a:cubicBezTo>
                    <a:pt x="293" y="1"/>
                    <a:pt x="0" y="294"/>
                    <a:pt x="0" y="653"/>
                  </a:cubicBezTo>
                  <a:lnTo>
                    <a:pt x="0" y="1960"/>
                  </a:lnTo>
                  <a:lnTo>
                    <a:pt x="656" y="1960"/>
                  </a:lnTo>
                  <a:lnTo>
                    <a:pt x="656" y="1"/>
                  </a:lnTo>
                  <a:close/>
                </a:path>
              </a:pathLst>
            </a:custGeom>
            <a:solidFill>
              <a:srgbClr val="899CA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" name="Google Shape;360;p28"/>
            <p:cNvSpPr/>
            <p:nvPr/>
          </p:nvSpPr>
          <p:spPr>
            <a:xfrm>
              <a:off x="5589755" y="4105763"/>
              <a:ext cx="17094" cy="51413"/>
            </a:xfrm>
            <a:custGeom>
              <a:rect b="b" l="l" r="r" t="t"/>
              <a:pathLst>
                <a:path extrusionOk="0" h="1961" w="652">
                  <a:moveTo>
                    <a:pt x="0" y="1"/>
                  </a:moveTo>
                  <a:lnTo>
                    <a:pt x="0" y="1960"/>
                  </a:lnTo>
                  <a:lnTo>
                    <a:pt x="652" y="1960"/>
                  </a:lnTo>
                  <a:lnTo>
                    <a:pt x="652" y="653"/>
                  </a:lnTo>
                  <a:cubicBezTo>
                    <a:pt x="652" y="294"/>
                    <a:pt x="359" y="1"/>
                    <a:pt x="0" y="1"/>
                  </a:cubicBezTo>
                  <a:close/>
                </a:path>
              </a:pathLst>
            </a:custGeom>
            <a:solidFill>
              <a:srgbClr val="899CA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" name="Google Shape;361;p28"/>
            <p:cNvSpPr/>
            <p:nvPr/>
          </p:nvSpPr>
          <p:spPr>
            <a:xfrm>
              <a:off x="5479956" y="3968724"/>
              <a:ext cx="37360" cy="16674"/>
            </a:xfrm>
            <a:custGeom>
              <a:rect b="b" l="l" r="r" t="t"/>
              <a:pathLst>
                <a:path extrusionOk="0" h="636" w="1425">
                  <a:moveTo>
                    <a:pt x="1134" y="0"/>
                  </a:moveTo>
                  <a:cubicBezTo>
                    <a:pt x="1072" y="0"/>
                    <a:pt x="1009" y="30"/>
                    <a:pt x="965" y="103"/>
                  </a:cubicBezTo>
                  <a:cubicBezTo>
                    <a:pt x="898" y="188"/>
                    <a:pt x="799" y="231"/>
                    <a:pt x="700" y="231"/>
                  </a:cubicBezTo>
                  <a:cubicBezTo>
                    <a:pt x="601" y="231"/>
                    <a:pt x="501" y="188"/>
                    <a:pt x="432" y="103"/>
                  </a:cubicBezTo>
                  <a:cubicBezTo>
                    <a:pt x="387" y="43"/>
                    <a:pt x="329" y="17"/>
                    <a:pt x="272" y="17"/>
                  </a:cubicBezTo>
                  <a:cubicBezTo>
                    <a:pt x="132" y="17"/>
                    <a:pt x="0" y="171"/>
                    <a:pt x="95" y="328"/>
                  </a:cubicBezTo>
                  <a:cubicBezTo>
                    <a:pt x="231" y="520"/>
                    <a:pt x="451" y="636"/>
                    <a:pt x="689" y="636"/>
                  </a:cubicBezTo>
                  <a:cubicBezTo>
                    <a:pt x="693" y="636"/>
                    <a:pt x="697" y="636"/>
                    <a:pt x="700" y="636"/>
                  </a:cubicBezTo>
                  <a:cubicBezTo>
                    <a:pt x="704" y="636"/>
                    <a:pt x="708" y="636"/>
                    <a:pt x="711" y="636"/>
                  </a:cubicBezTo>
                  <a:cubicBezTo>
                    <a:pt x="946" y="636"/>
                    <a:pt x="1170" y="520"/>
                    <a:pt x="1305" y="328"/>
                  </a:cubicBezTo>
                  <a:cubicBezTo>
                    <a:pt x="1425" y="167"/>
                    <a:pt x="1282" y="0"/>
                    <a:pt x="1134" y="0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" name="Google Shape;362;p28"/>
            <p:cNvSpPr/>
            <p:nvPr/>
          </p:nvSpPr>
          <p:spPr>
            <a:xfrm>
              <a:off x="5461551" y="3917547"/>
              <a:ext cx="10671" cy="16491"/>
            </a:xfrm>
            <a:custGeom>
              <a:rect b="b" l="l" r="r" t="t"/>
              <a:pathLst>
                <a:path extrusionOk="0" h="629" w="407">
                  <a:moveTo>
                    <a:pt x="204" y="1"/>
                  </a:moveTo>
                  <a:cubicBezTo>
                    <a:pt x="102" y="1"/>
                    <a:pt x="1" y="69"/>
                    <a:pt x="1" y="205"/>
                  </a:cubicBezTo>
                  <a:lnTo>
                    <a:pt x="1" y="422"/>
                  </a:lnTo>
                  <a:cubicBezTo>
                    <a:pt x="1" y="534"/>
                    <a:pt x="91" y="628"/>
                    <a:pt x="204" y="628"/>
                  </a:cubicBezTo>
                  <a:cubicBezTo>
                    <a:pt x="316" y="628"/>
                    <a:pt x="406" y="534"/>
                    <a:pt x="406" y="422"/>
                  </a:cubicBezTo>
                  <a:lnTo>
                    <a:pt x="406" y="205"/>
                  </a:lnTo>
                  <a:cubicBezTo>
                    <a:pt x="406" y="69"/>
                    <a:pt x="305" y="1"/>
                    <a:pt x="204" y="1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3" name="Google Shape;363;p28"/>
            <p:cNvSpPr/>
            <p:nvPr/>
          </p:nvSpPr>
          <p:spPr>
            <a:xfrm>
              <a:off x="5524421" y="3917547"/>
              <a:ext cx="10644" cy="16491"/>
            </a:xfrm>
            <a:custGeom>
              <a:rect b="b" l="l" r="r" t="t"/>
              <a:pathLst>
                <a:path extrusionOk="0" h="629" w="406">
                  <a:moveTo>
                    <a:pt x="203" y="1"/>
                  </a:moveTo>
                  <a:cubicBezTo>
                    <a:pt x="102" y="1"/>
                    <a:pt x="0" y="69"/>
                    <a:pt x="0" y="205"/>
                  </a:cubicBezTo>
                  <a:lnTo>
                    <a:pt x="0" y="422"/>
                  </a:lnTo>
                  <a:cubicBezTo>
                    <a:pt x="0" y="534"/>
                    <a:pt x="91" y="628"/>
                    <a:pt x="203" y="628"/>
                  </a:cubicBezTo>
                  <a:cubicBezTo>
                    <a:pt x="315" y="628"/>
                    <a:pt x="406" y="534"/>
                    <a:pt x="406" y="422"/>
                  </a:cubicBezTo>
                  <a:lnTo>
                    <a:pt x="406" y="205"/>
                  </a:lnTo>
                  <a:cubicBezTo>
                    <a:pt x="406" y="69"/>
                    <a:pt x="305" y="1"/>
                    <a:pt x="203" y="1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4" name="Google Shape;364;p28"/>
            <p:cNvSpPr/>
            <p:nvPr/>
          </p:nvSpPr>
          <p:spPr>
            <a:xfrm>
              <a:off x="5355790" y="3797471"/>
              <a:ext cx="284958" cy="365052"/>
            </a:xfrm>
            <a:custGeom>
              <a:rect b="b" l="l" r="r" t="t"/>
              <a:pathLst>
                <a:path extrusionOk="0" h="13924" w="10869">
                  <a:moveTo>
                    <a:pt x="3484" y="1054"/>
                  </a:moveTo>
                  <a:lnTo>
                    <a:pt x="3484" y="2825"/>
                  </a:lnTo>
                  <a:cubicBezTo>
                    <a:pt x="3484" y="2832"/>
                    <a:pt x="3481" y="2840"/>
                    <a:pt x="3470" y="2840"/>
                  </a:cubicBezTo>
                  <a:lnTo>
                    <a:pt x="3035" y="2840"/>
                  </a:lnTo>
                  <a:cubicBezTo>
                    <a:pt x="3028" y="2840"/>
                    <a:pt x="3021" y="2832"/>
                    <a:pt x="3021" y="2825"/>
                  </a:cubicBezTo>
                  <a:lnTo>
                    <a:pt x="3021" y="1518"/>
                  </a:lnTo>
                  <a:lnTo>
                    <a:pt x="3024" y="1518"/>
                  </a:lnTo>
                  <a:cubicBezTo>
                    <a:pt x="3024" y="1445"/>
                    <a:pt x="3057" y="1377"/>
                    <a:pt x="3115" y="1333"/>
                  </a:cubicBezTo>
                  <a:lnTo>
                    <a:pt x="3484" y="1054"/>
                  </a:lnTo>
                  <a:close/>
                  <a:moveTo>
                    <a:pt x="4995" y="412"/>
                  </a:moveTo>
                  <a:cubicBezTo>
                    <a:pt x="4996" y="412"/>
                    <a:pt x="4997" y="413"/>
                    <a:pt x="4998" y="413"/>
                  </a:cubicBezTo>
                  <a:lnTo>
                    <a:pt x="5871" y="413"/>
                  </a:lnTo>
                  <a:cubicBezTo>
                    <a:pt x="5878" y="413"/>
                    <a:pt x="5885" y="420"/>
                    <a:pt x="5885" y="428"/>
                  </a:cubicBezTo>
                  <a:lnTo>
                    <a:pt x="5885" y="2825"/>
                  </a:lnTo>
                  <a:cubicBezTo>
                    <a:pt x="5885" y="2836"/>
                    <a:pt x="5878" y="2840"/>
                    <a:pt x="5871" y="2840"/>
                  </a:cubicBezTo>
                  <a:lnTo>
                    <a:pt x="4998" y="2840"/>
                  </a:lnTo>
                  <a:cubicBezTo>
                    <a:pt x="4991" y="2840"/>
                    <a:pt x="4984" y="2836"/>
                    <a:pt x="4984" y="2825"/>
                  </a:cubicBezTo>
                  <a:lnTo>
                    <a:pt x="4984" y="428"/>
                  </a:lnTo>
                  <a:cubicBezTo>
                    <a:pt x="4984" y="421"/>
                    <a:pt x="4989" y="412"/>
                    <a:pt x="4995" y="412"/>
                  </a:cubicBezTo>
                  <a:close/>
                  <a:moveTo>
                    <a:pt x="7381" y="1054"/>
                  </a:moveTo>
                  <a:lnTo>
                    <a:pt x="7754" y="1333"/>
                  </a:lnTo>
                  <a:cubicBezTo>
                    <a:pt x="7812" y="1377"/>
                    <a:pt x="7845" y="1445"/>
                    <a:pt x="7845" y="1518"/>
                  </a:cubicBezTo>
                  <a:lnTo>
                    <a:pt x="7845" y="2825"/>
                  </a:lnTo>
                  <a:cubicBezTo>
                    <a:pt x="7845" y="2832"/>
                    <a:pt x="7838" y="2840"/>
                    <a:pt x="7830" y="2840"/>
                  </a:cubicBezTo>
                  <a:lnTo>
                    <a:pt x="7396" y="2840"/>
                  </a:lnTo>
                  <a:cubicBezTo>
                    <a:pt x="7385" y="2840"/>
                    <a:pt x="7381" y="2832"/>
                    <a:pt x="7381" y="2825"/>
                  </a:cubicBezTo>
                  <a:lnTo>
                    <a:pt x="7381" y="1054"/>
                  </a:lnTo>
                  <a:close/>
                  <a:moveTo>
                    <a:pt x="6295" y="743"/>
                  </a:moveTo>
                  <a:cubicBezTo>
                    <a:pt x="6530" y="808"/>
                    <a:pt x="6758" y="898"/>
                    <a:pt x="6976" y="1014"/>
                  </a:cubicBezTo>
                  <a:lnTo>
                    <a:pt x="6976" y="2825"/>
                  </a:lnTo>
                  <a:cubicBezTo>
                    <a:pt x="6976" y="3057"/>
                    <a:pt x="7164" y="3245"/>
                    <a:pt x="7399" y="3245"/>
                  </a:cubicBezTo>
                  <a:lnTo>
                    <a:pt x="7834" y="3245"/>
                  </a:lnTo>
                  <a:cubicBezTo>
                    <a:pt x="8066" y="3245"/>
                    <a:pt x="8254" y="3057"/>
                    <a:pt x="8254" y="2825"/>
                  </a:cubicBezTo>
                  <a:lnTo>
                    <a:pt x="8254" y="2231"/>
                  </a:lnTo>
                  <a:cubicBezTo>
                    <a:pt x="8522" y="2680"/>
                    <a:pt x="8681" y="3187"/>
                    <a:pt x="8714" y="3713"/>
                  </a:cubicBezTo>
                  <a:lnTo>
                    <a:pt x="8051" y="3713"/>
                  </a:lnTo>
                  <a:cubicBezTo>
                    <a:pt x="7780" y="3713"/>
                    <a:pt x="7780" y="4118"/>
                    <a:pt x="8051" y="4118"/>
                  </a:cubicBezTo>
                  <a:lnTo>
                    <a:pt x="8500" y="4118"/>
                  </a:lnTo>
                  <a:lnTo>
                    <a:pt x="8500" y="4390"/>
                  </a:lnTo>
                  <a:cubicBezTo>
                    <a:pt x="8313" y="4487"/>
                    <a:pt x="8383" y="4774"/>
                    <a:pt x="8594" y="4774"/>
                  </a:cubicBezTo>
                  <a:cubicBezTo>
                    <a:pt x="8595" y="4774"/>
                    <a:pt x="8597" y="4774"/>
                    <a:pt x="8598" y="4774"/>
                  </a:cubicBezTo>
                  <a:cubicBezTo>
                    <a:pt x="8801" y="4774"/>
                    <a:pt x="8957" y="4951"/>
                    <a:pt x="8935" y="5150"/>
                  </a:cubicBezTo>
                  <a:cubicBezTo>
                    <a:pt x="8920" y="5321"/>
                    <a:pt x="8754" y="5455"/>
                    <a:pt x="8565" y="5455"/>
                  </a:cubicBezTo>
                  <a:lnTo>
                    <a:pt x="8475" y="5455"/>
                  </a:lnTo>
                  <a:lnTo>
                    <a:pt x="8475" y="5444"/>
                  </a:lnTo>
                  <a:cubicBezTo>
                    <a:pt x="8475" y="5331"/>
                    <a:pt x="8384" y="5241"/>
                    <a:pt x="8272" y="5241"/>
                  </a:cubicBezTo>
                  <a:cubicBezTo>
                    <a:pt x="8160" y="5241"/>
                    <a:pt x="8069" y="5331"/>
                    <a:pt x="8069" y="5444"/>
                  </a:cubicBezTo>
                  <a:cubicBezTo>
                    <a:pt x="8066" y="6320"/>
                    <a:pt x="7627" y="7139"/>
                    <a:pt x="6903" y="7628"/>
                  </a:cubicBezTo>
                  <a:cubicBezTo>
                    <a:pt x="6903" y="7613"/>
                    <a:pt x="6903" y="7599"/>
                    <a:pt x="6899" y="7581"/>
                  </a:cubicBezTo>
                  <a:lnTo>
                    <a:pt x="6794" y="6657"/>
                  </a:lnTo>
                  <a:cubicBezTo>
                    <a:pt x="6747" y="6222"/>
                    <a:pt x="6382" y="5893"/>
                    <a:pt x="5943" y="5893"/>
                  </a:cubicBezTo>
                  <a:lnTo>
                    <a:pt x="4933" y="5893"/>
                  </a:lnTo>
                  <a:cubicBezTo>
                    <a:pt x="4495" y="5893"/>
                    <a:pt x="4129" y="6222"/>
                    <a:pt x="4082" y="6657"/>
                  </a:cubicBezTo>
                  <a:lnTo>
                    <a:pt x="3977" y="7581"/>
                  </a:lnTo>
                  <a:cubicBezTo>
                    <a:pt x="3977" y="7595"/>
                    <a:pt x="3977" y="7613"/>
                    <a:pt x="3973" y="7628"/>
                  </a:cubicBezTo>
                  <a:cubicBezTo>
                    <a:pt x="3673" y="7425"/>
                    <a:pt x="3415" y="7164"/>
                    <a:pt x="3223" y="6860"/>
                  </a:cubicBezTo>
                  <a:lnTo>
                    <a:pt x="3220" y="6860"/>
                  </a:lnTo>
                  <a:cubicBezTo>
                    <a:pt x="2948" y="6436"/>
                    <a:pt x="2803" y="5944"/>
                    <a:pt x="2807" y="5440"/>
                  </a:cubicBezTo>
                  <a:cubicBezTo>
                    <a:pt x="2807" y="5304"/>
                    <a:pt x="2705" y="5236"/>
                    <a:pt x="2602" y="5236"/>
                  </a:cubicBezTo>
                  <a:cubicBezTo>
                    <a:pt x="2500" y="5236"/>
                    <a:pt x="2398" y="5304"/>
                    <a:pt x="2398" y="5440"/>
                  </a:cubicBezTo>
                  <a:lnTo>
                    <a:pt x="2398" y="5455"/>
                  </a:lnTo>
                  <a:lnTo>
                    <a:pt x="2275" y="5455"/>
                  </a:lnTo>
                  <a:cubicBezTo>
                    <a:pt x="2072" y="5455"/>
                    <a:pt x="1916" y="5277"/>
                    <a:pt x="1938" y="5078"/>
                  </a:cubicBezTo>
                  <a:cubicBezTo>
                    <a:pt x="1952" y="4908"/>
                    <a:pt x="2119" y="4774"/>
                    <a:pt x="2307" y="4774"/>
                  </a:cubicBezTo>
                  <a:cubicBezTo>
                    <a:pt x="2539" y="4774"/>
                    <a:pt x="2590" y="4448"/>
                    <a:pt x="2369" y="4375"/>
                  </a:cubicBezTo>
                  <a:lnTo>
                    <a:pt x="2369" y="4118"/>
                  </a:lnTo>
                  <a:lnTo>
                    <a:pt x="7178" y="4118"/>
                  </a:lnTo>
                  <a:cubicBezTo>
                    <a:pt x="7450" y="4118"/>
                    <a:pt x="7450" y="3713"/>
                    <a:pt x="7178" y="3713"/>
                  </a:cubicBezTo>
                  <a:lnTo>
                    <a:pt x="2159" y="3713"/>
                  </a:lnTo>
                  <a:cubicBezTo>
                    <a:pt x="2191" y="3187"/>
                    <a:pt x="2347" y="2680"/>
                    <a:pt x="2615" y="2231"/>
                  </a:cubicBezTo>
                  <a:lnTo>
                    <a:pt x="2615" y="2825"/>
                  </a:lnTo>
                  <a:cubicBezTo>
                    <a:pt x="2615" y="3057"/>
                    <a:pt x="2807" y="3245"/>
                    <a:pt x="3039" y="3245"/>
                  </a:cubicBezTo>
                  <a:lnTo>
                    <a:pt x="3473" y="3245"/>
                  </a:lnTo>
                  <a:cubicBezTo>
                    <a:pt x="3709" y="3245"/>
                    <a:pt x="3897" y="3057"/>
                    <a:pt x="3897" y="2825"/>
                  </a:cubicBezTo>
                  <a:lnTo>
                    <a:pt x="3897" y="1014"/>
                  </a:lnTo>
                  <a:cubicBezTo>
                    <a:pt x="4111" y="898"/>
                    <a:pt x="4343" y="808"/>
                    <a:pt x="4578" y="743"/>
                  </a:cubicBezTo>
                  <a:lnTo>
                    <a:pt x="4578" y="2822"/>
                  </a:lnTo>
                  <a:cubicBezTo>
                    <a:pt x="4578" y="3057"/>
                    <a:pt x="4766" y="3245"/>
                    <a:pt x="5002" y="3245"/>
                  </a:cubicBezTo>
                  <a:lnTo>
                    <a:pt x="5871" y="3245"/>
                  </a:lnTo>
                  <a:cubicBezTo>
                    <a:pt x="6106" y="3245"/>
                    <a:pt x="6295" y="3057"/>
                    <a:pt x="6295" y="2822"/>
                  </a:cubicBezTo>
                  <a:lnTo>
                    <a:pt x="6295" y="743"/>
                  </a:lnTo>
                  <a:close/>
                  <a:moveTo>
                    <a:pt x="5940" y="6298"/>
                  </a:moveTo>
                  <a:cubicBezTo>
                    <a:pt x="6168" y="6298"/>
                    <a:pt x="6363" y="6472"/>
                    <a:pt x="6389" y="6700"/>
                  </a:cubicBezTo>
                  <a:lnTo>
                    <a:pt x="6490" y="7624"/>
                  </a:lnTo>
                  <a:cubicBezTo>
                    <a:pt x="6508" y="7812"/>
                    <a:pt x="6411" y="7993"/>
                    <a:pt x="6244" y="8077"/>
                  </a:cubicBezTo>
                  <a:lnTo>
                    <a:pt x="5636" y="8381"/>
                  </a:lnTo>
                  <a:cubicBezTo>
                    <a:pt x="5572" y="8414"/>
                    <a:pt x="5503" y="8430"/>
                    <a:pt x="5434" y="8430"/>
                  </a:cubicBezTo>
                  <a:cubicBezTo>
                    <a:pt x="5366" y="8430"/>
                    <a:pt x="5297" y="8414"/>
                    <a:pt x="5233" y="8381"/>
                  </a:cubicBezTo>
                  <a:lnTo>
                    <a:pt x="4625" y="8077"/>
                  </a:lnTo>
                  <a:cubicBezTo>
                    <a:pt x="4458" y="7993"/>
                    <a:pt x="4361" y="7812"/>
                    <a:pt x="4382" y="7624"/>
                  </a:cubicBezTo>
                  <a:lnTo>
                    <a:pt x="4484" y="6700"/>
                  </a:lnTo>
                  <a:cubicBezTo>
                    <a:pt x="4509" y="6472"/>
                    <a:pt x="4701" y="6298"/>
                    <a:pt x="4929" y="6298"/>
                  </a:cubicBezTo>
                  <a:close/>
                  <a:moveTo>
                    <a:pt x="6758" y="8174"/>
                  </a:moveTo>
                  <a:lnTo>
                    <a:pt x="6758" y="8873"/>
                  </a:lnTo>
                  <a:cubicBezTo>
                    <a:pt x="6758" y="9174"/>
                    <a:pt x="6918" y="9453"/>
                    <a:pt x="7175" y="9609"/>
                  </a:cubicBezTo>
                  <a:cubicBezTo>
                    <a:pt x="6762" y="10152"/>
                    <a:pt x="6117" y="10467"/>
                    <a:pt x="5436" y="10467"/>
                  </a:cubicBezTo>
                  <a:cubicBezTo>
                    <a:pt x="5432" y="10467"/>
                    <a:pt x="5429" y="10467"/>
                    <a:pt x="5425" y="10467"/>
                  </a:cubicBezTo>
                  <a:cubicBezTo>
                    <a:pt x="4745" y="10467"/>
                    <a:pt x="4105" y="10149"/>
                    <a:pt x="3694" y="9609"/>
                  </a:cubicBezTo>
                  <a:cubicBezTo>
                    <a:pt x="3955" y="9453"/>
                    <a:pt x="4111" y="9174"/>
                    <a:pt x="4114" y="8873"/>
                  </a:cubicBezTo>
                  <a:lnTo>
                    <a:pt x="4114" y="8174"/>
                  </a:lnTo>
                  <a:lnTo>
                    <a:pt x="4125" y="8178"/>
                  </a:lnTo>
                  <a:lnTo>
                    <a:pt x="4140" y="8185"/>
                  </a:lnTo>
                  <a:cubicBezTo>
                    <a:pt x="4223" y="8294"/>
                    <a:pt x="4324" y="8381"/>
                    <a:pt x="4444" y="8439"/>
                  </a:cubicBezTo>
                  <a:lnTo>
                    <a:pt x="5052" y="8743"/>
                  </a:lnTo>
                  <a:cubicBezTo>
                    <a:pt x="5174" y="8805"/>
                    <a:pt x="5305" y="8835"/>
                    <a:pt x="5436" y="8835"/>
                  </a:cubicBezTo>
                  <a:cubicBezTo>
                    <a:pt x="5568" y="8835"/>
                    <a:pt x="5699" y="8805"/>
                    <a:pt x="5820" y="8743"/>
                  </a:cubicBezTo>
                  <a:lnTo>
                    <a:pt x="6425" y="8439"/>
                  </a:lnTo>
                  <a:cubicBezTo>
                    <a:pt x="6545" y="8381"/>
                    <a:pt x="6650" y="8294"/>
                    <a:pt x="6729" y="8189"/>
                  </a:cubicBezTo>
                  <a:lnTo>
                    <a:pt x="6758" y="8174"/>
                  </a:lnTo>
                  <a:close/>
                  <a:moveTo>
                    <a:pt x="2832" y="9891"/>
                  </a:moveTo>
                  <a:lnTo>
                    <a:pt x="2832" y="11557"/>
                  </a:lnTo>
                  <a:lnTo>
                    <a:pt x="2601" y="11557"/>
                  </a:lnTo>
                  <a:cubicBezTo>
                    <a:pt x="2441" y="11557"/>
                    <a:pt x="2285" y="11601"/>
                    <a:pt x="2151" y="11684"/>
                  </a:cubicBezTo>
                  <a:lnTo>
                    <a:pt x="2151" y="10090"/>
                  </a:lnTo>
                  <a:lnTo>
                    <a:pt x="2832" y="9891"/>
                  </a:lnTo>
                  <a:close/>
                  <a:moveTo>
                    <a:pt x="8037" y="9891"/>
                  </a:moveTo>
                  <a:lnTo>
                    <a:pt x="8718" y="10090"/>
                  </a:lnTo>
                  <a:lnTo>
                    <a:pt x="8718" y="11684"/>
                  </a:lnTo>
                  <a:cubicBezTo>
                    <a:pt x="8584" y="11601"/>
                    <a:pt x="8428" y="11557"/>
                    <a:pt x="8268" y="11557"/>
                  </a:cubicBezTo>
                  <a:lnTo>
                    <a:pt x="8037" y="11557"/>
                  </a:lnTo>
                  <a:lnTo>
                    <a:pt x="8037" y="9891"/>
                  </a:lnTo>
                  <a:close/>
                  <a:moveTo>
                    <a:pt x="4998" y="0"/>
                  </a:moveTo>
                  <a:cubicBezTo>
                    <a:pt x="4806" y="0"/>
                    <a:pt x="4640" y="131"/>
                    <a:pt x="4589" y="315"/>
                  </a:cubicBezTo>
                  <a:cubicBezTo>
                    <a:pt x="4295" y="384"/>
                    <a:pt x="4006" y="493"/>
                    <a:pt x="3738" y="634"/>
                  </a:cubicBezTo>
                  <a:cubicBezTo>
                    <a:pt x="3727" y="627"/>
                    <a:pt x="3716" y="620"/>
                    <a:pt x="3705" y="616"/>
                  </a:cubicBezTo>
                  <a:cubicBezTo>
                    <a:pt x="3655" y="590"/>
                    <a:pt x="3602" y="578"/>
                    <a:pt x="3550" y="578"/>
                  </a:cubicBezTo>
                  <a:cubicBezTo>
                    <a:pt x="3476" y="578"/>
                    <a:pt x="3404" y="602"/>
                    <a:pt x="3343" y="649"/>
                  </a:cubicBezTo>
                  <a:lnTo>
                    <a:pt x="2869" y="1003"/>
                  </a:lnTo>
                  <a:cubicBezTo>
                    <a:pt x="2709" y="1123"/>
                    <a:pt x="2615" y="1311"/>
                    <a:pt x="2615" y="1514"/>
                  </a:cubicBezTo>
                  <a:lnTo>
                    <a:pt x="2615" y="1529"/>
                  </a:lnTo>
                  <a:cubicBezTo>
                    <a:pt x="2093" y="2141"/>
                    <a:pt x="1793" y="2905"/>
                    <a:pt x="1746" y="3709"/>
                  </a:cubicBezTo>
                  <a:lnTo>
                    <a:pt x="1510" y="3709"/>
                  </a:lnTo>
                  <a:cubicBezTo>
                    <a:pt x="1239" y="3709"/>
                    <a:pt x="1239" y="4115"/>
                    <a:pt x="1510" y="4115"/>
                  </a:cubicBezTo>
                  <a:lnTo>
                    <a:pt x="1959" y="4115"/>
                  </a:lnTo>
                  <a:lnTo>
                    <a:pt x="1959" y="4440"/>
                  </a:lnTo>
                  <a:cubicBezTo>
                    <a:pt x="1641" y="4585"/>
                    <a:pt x="1467" y="4933"/>
                    <a:pt x="1543" y="5273"/>
                  </a:cubicBezTo>
                  <a:cubicBezTo>
                    <a:pt x="1619" y="5618"/>
                    <a:pt x="1923" y="5860"/>
                    <a:pt x="2271" y="5860"/>
                  </a:cubicBezTo>
                  <a:lnTo>
                    <a:pt x="2423" y="5860"/>
                  </a:lnTo>
                  <a:cubicBezTo>
                    <a:pt x="2543" y="6700"/>
                    <a:pt x="3006" y="7450"/>
                    <a:pt x="3702" y="7935"/>
                  </a:cubicBezTo>
                  <a:lnTo>
                    <a:pt x="3702" y="8870"/>
                  </a:lnTo>
                  <a:cubicBezTo>
                    <a:pt x="3702" y="9069"/>
                    <a:pt x="3571" y="9247"/>
                    <a:pt x="3379" y="9301"/>
                  </a:cubicBezTo>
                  <a:lnTo>
                    <a:pt x="1087" y="9978"/>
                  </a:lnTo>
                  <a:cubicBezTo>
                    <a:pt x="442" y="10170"/>
                    <a:pt x="4" y="10760"/>
                    <a:pt x="0" y="11427"/>
                  </a:cubicBezTo>
                  <a:lnTo>
                    <a:pt x="0" y="13719"/>
                  </a:lnTo>
                  <a:cubicBezTo>
                    <a:pt x="0" y="13855"/>
                    <a:pt x="102" y="13923"/>
                    <a:pt x="203" y="13923"/>
                  </a:cubicBezTo>
                  <a:cubicBezTo>
                    <a:pt x="304" y="13923"/>
                    <a:pt x="406" y="13855"/>
                    <a:pt x="406" y="13719"/>
                  </a:cubicBezTo>
                  <a:lnTo>
                    <a:pt x="406" y="11427"/>
                  </a:lnTo>
                  <a:cubicBezTo>
                    <a:pt x="409" y="10938"/>
                    <a:pt x="728" y="10510"/>
                    <a:pt x="1199" y="10369"/>
                  </a:cubicBezTo>
                  <a:lnTo>
                    <a:pt x="1742" y="10210"/>
                  </a:lnTo>
                  <a:lnTo>
                    <a:pt x="1742" y="13719"/>
                  </a:lnTo>
                  <a:cubicBezTo>
                    <a:pt x="1742" y="13855"/>
                    <a:pt x="1844" y="13923"/>
                    <a:pt x="1945" y="13923"/>
                  </a:cubicBezTo>
                  <a:cubicBezTo>
                    <a:pt x="2046" y="13923"/>
                    <a:pt x="2148" y="13855"/>
                    <a:pt x="2148" y="13719"/>
                  </a:cubicBezTo>
                  <a:lnTo>
                    <a:pt x="2148" y="12412"/>
                  </a:lnTo>
                  <a:cubicBezTo>
                    <a:pt x="2151" y="12162"/>
                    <a:pt x="2351" y="11963"/>
                    <a:pt x="2601" y="11963"/>
                  </a:cubicBezTo>
                  <a:lnTo>
                    <a:pt x="3470" y="11963"/>
                  </a:lnTo>
                  <a:cubicBezTo>
                    <a:pt x="3741" y="11963"/>
                    <a:pt x="3741" y="11554"/>
                    <a:pt x="3470" y="11554"/>
                  </a:cubicBezTo>
                  <a:lnTo>
                    <a:pt x="3238" y="11554"/>
                  </a:lnTo>
                  <a:lnTo>
                    <a:pt x="3238" y="9768"/>
                  </a:lnTo>
                  <a:lnTo>
                    <a:pt x="3296" y="9754"/>
                  </a:lnTo>
                  <a:cubicBezTo>
                    <a:pt x="3812" y="10500"/>
                    <a:pt x="4622" y="10873"/>
                    <a:pt x="5433" y="10873"/>
                  </a:cubicBezTo>
                  <a:cubicBezTo>
                    <a:pt x="6243" y="10873"/>
                    <a:pt x="7053" y="10500"/>
                    <a:pt x="7570" y="9754"/>
                  </a:cubicBezTo>
                  <a:lnTo>
                    <a:pt x="7627" y="9768"/>
                  </a:lnTo>
                  <a:lnTo>
                    <a:pt x="7627" y="11554"/>
                  </a:lnTo>
                  <a:lnTo>
                    <a:pt x="4346" y="11554"/>
                  </a:lnTo>
                  <a:cubicBezTo>
                    <a:pt x="4075" y="11554"/>
                    <a:pt x="4075" y="11963"/>
                    <a:pt x="4346" y="11963"/>
                  </a:cubicBezTo>
                  <a:lnTo>
                    <a:pt x="8268" y="11963"/>
                  </a:lnTo>
                  <a:cubicBezTo>
                    <a:pt x="8515" y="11963"/>
                    <a:pt x="8718" y="12162"/>
                    <a:pt x="8718" y="12412"/>
                  </a:cubicBezTo>
                  <a:lnTo>
                    <a:pt x="8718" y="13719"/>
                  </a:lnTo>
                  <a:cubicBezTo>
                    <a:pt x="8718" y="13855"/>
                    <a:pt x="8820" y="13923"/>
                    <a:pt x="8922" y="13923"/>
                  </a:cubicBezTo>
                  <a:cubicBezTo>
                    <a:pt x="9025" y="13923"/>
                    <a:pt x="9127" y="13855"/>
                    <a:pt x="9127" y="13719"/>
                  </a:cubicBezTo>
                  <a:lnTo>
                    <a:pt x="9127" y="10210"/>
                  </a:lnTo>
                  <a:lnTo>
                    <a:pt x="9670" y="10369"/>
                  </a:lnTo>
                  <a:cubicBezTo>
                    <a:pt x="10137" y="10510"/>
                    <a:pt x="10460" y="10938"/>
                    <a:pt x="10460" y="11427"/>
                  </a:cubicBezTo>
                  <a:lnTo>
                    <a:pt x="10460" y="13719"/>
                  </a:lnTo>
                  <a:cubicBezTo>
                    <a:pt x="10460" y="13855"/>
                    <a:pt x="10562" y="13923"/>
                    <a:pt x="10664" y="13923"/>
                  </a:cubicBezTo>
                  <a:cubicBezTo>
                    <a:pt x="10767" y="13923"/>
                    <a:pt x="10869" y="13855"/>
                    <a:pt x="10869" y="13719"/>
                  </a:cubicBezTo>
                  <a:lnTo>
                    <a:pt x="10869" y="11427"/>
                  </a:lnTo>
                  <a:cubicBezTo>
                    <a:pt x="10865" y="10760"/>
                    <a:pt x="10423" y="10170"/>
                    <a:pt x="9786" y="9978"/>
                  </a:cubicBezTo>
                  <a:lnTo>
                    <a:pt x="7490" y="9304"/>
                  </a:lnTo>
                  <a:cubicBezTo>
                    <a:pt x="7298" y="9247"/>
                    <a:pt x="7167" y="9073"/>
                    <a:pt x="7164" y="8873"/>
                  </a:cubicBezTo>
                  <a:lnTo>
                    <a:pt x="7164" y="7935"/>
                  </a:lnTo>
                  <a:cubicBezTo>
                    <a:pt x="7859" y="7450"/>
                    <a:pt x="8323" y="6700"/>
                    <a:pt x="8442" y="5860"/>
                  </a:cubicBezTo>
                  <a:lnTo>
                    <a:pt x="8565" y="5860"/>
                  </a:lnTo>
                  <a:cubicBezTo>
                    <a:pt x="8964" y="5860"/>
                    <a:pt x="9304" y="5563"/>
                    <a:pt x="9341" y="5187"/>
                  </a:cubicBezTo>
                  <a:cubicBezTo>
                    <a:pt x="9373" y="4868"/>
                    <a:pt x="9199" y="4564"/>
                    <a:pt x="8910" y="4430"/>
                  </a:cubicBezTo>
                  <a:lnTo>
                    <a:pt x="8910" y="4115"/>
                  </a:lnTo>
                  <a:lnTo>
                    <a:pt x="9359" y="4115"/>
                  </a:lnTo>
                  <a:cubicBezTo>
                    <a:pt x="9630" y="4115"/>
                    <a:pt x="9630" y="3705"/>
                    <a:pt x="9359" y="3705"/>
                  </a:cubicBezTo>
                  <a:lnTo>
                    <a:pt x="9120" y="3705"/>
                  </a:lnTo>
                  <a:cubicBezTo>
                    <a:pt x="9076" y="2905"/>
                    <a:pt x="8772" y="2141"/>
                    <a:pt x="8254" y="1529"/>
                  </a:cubicBezTo>
                  <a:lnTo>
                    <a:pt x="8254" y="1514"/>
                  </a:lnTo>
                  <a:cubicBezTo>
                    <a:pt x="8254" y="1311"/>
                    <a:pt x="8160" y="1123"/>
                    <a:pt x="8000" y="1003"/>
                  </a:cubicBezTo>
                  <a:lnTo>
                    <a:pt x="7526" y="649"/>
                  </a:lnTo>
                  <a:cubicBezTo>
                    <a:pt x="7465" y="602"/>
                    <a:pt x="7391" y="578"/>
                    <a:pt x="7318" y="578"/>
                  </a:cubicBezTo>
                  <a:cubicBezTo>
                    <a:pt x="7265" y="578"/>
                    <a:pt x="7212" y="590"/>
                    <a:pt x="7164" y="616"/>
                  </a:cubicBezTo>
                  <a:cubicBezTo>
                    <a:pt x="7153" y="620"/>
                    <a:pt x="7142" y="627"/>
                    <a:pt x="7131" y="634"/>
                  </a:cubicBezTo>
                  <a:cubicBezTo>
                    <a:pt x="6860" y="493"/>
                    <a:pt x="6574" y="384"/>
                    <a:pt x="6277" y="315"/>
                  </a:cubicBezTo>
                  <a:cubicBezTo>
                    <a:pt x="6229" y="131"/>
                    <a:pt x="6063" y="0"/>
                    <a:pt x="5871" y="0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" name="Google Shape;365;p28"/>
            <p:cNvSpPr/>
            <p:nvPr/>
          </p:nvSpPr>
          <p:spPr>
            <a:xfrm>
              <a:off x="5422723" y="4123250"/>
              <a:ext cx="12453" cy="10697"/>
            </a:xfrm>
            <a:custGeom>
              <a:rect b="b" l="l" r="r" t="t"/>
              <a:pathLst>
                <a:path extrusionOk="0" h="408" w="475">
                  <a:moveTo>
                    <a:pt x="275" y="0"/>
                  </a:moveTo>
                  <a:cubicBezTo>
                    <a:pt x="273" y="0"/>
                    <a:pt x="271" y="0"/>
                    <a:pt x="268" y="0"/>
                  </a:cubicBezTo>
                  <a:cubicBezTo>
                    <a:pt x="87" y="4"/>
                    <a:pt x="0" y="221"/>
                    <a:pt x="127" y="348"/>
                  </a:cubicBezTo>
                  <a:cubicBezTo>
                    <a:pt x="169" y="389"/>
                    <a:pt x="220" y="407"/>
                    <a:pt x="270" y="407"/>
                  </a:cubicBezTo>
                  <a:cubicBezTo>
                    <a:pt x="375" y="407"/>
                    <a:pt x="475" y="326"/>
                    <a:pt x="475" y="203"/>
                  </a:cubicBezTo>
                  <a:cubicBezTo>
                    <a:pt x="475" y="93"/>
                    <a:pt x="384" y="0"/>
                    <a:pt x="275" y="0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6" name="Google Shape;366;p28"/>
            <p:cNvSpPr/>
            <p:nvPr/>
          </p:nvSpPr>
          <p:spPr>
            <a:xfrm>
              <a:off x="5559736" y="4123250"/>
              <a:ext cx="12558" cy="10697"/>
            </a:xfrm>
            <a:custGeom>
              <a:rect b="b" l="l" r="r" t="t"/>
              <a:pathLst>
                <a:path extrusionOk="0" h="408" w="479">
                  <a:moveTo>
                    <a:pt x="275" y="0"/>
                  </a:moveTo>
                  <a:cubicBezTo>
                    <a:pt x="273" y="0"/>
                    <a:pt x="271" y="0"/>
                    <a:pt x="269" y="0"/>
                  </a:cubicBezTo>
                  <a:lnTo>
                    <a:pt x="272" y="0"/>
                  </a:lnTo>
                  <a:cubicBezTo>
                    <a:pt x="91" y="4"/>
                    <a:pt x="1" y="221"/>
                    <a:pt x="131" y="348"/>
                  </a:cubicBezTo>
                  <a:cubicBezTo>
                    <a:pt x="172" y="389"/>
                    <a:pt x="222" y="407"/>
                    <a:pt x="272" y="407"/>
                  </a:cubicBezTo>
                  <a:cubicBezTo>
                    <a:pt x="377" y="407"/>
                    <a:pt x="479" y="326"/>
                    <a:pt x="479" y="203"/>
                  </a:cubicBezTo>
                  <a:cubicBezTo>
                    <a:pt x="479" y="93"/>
                    <a:pt x="388" y="0"/>
                    <a:pt x="275" y="0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7" name="Google Shape;367;p2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29"/>
          <p:cNvSpPr txBox="1"/>
          <p:nvPr>
            <p:ph type="title"/>
          </p:nvPr>
        </p:nvSpPr>
        <p:spPr>
          <a:xfrm>
            <a:off x="457200" y="411475"/>
            <a:ext cx="8229600" cy="4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Terminologie 1/2</a:t>
            </a:r>
            <a:endParaRPr/>
          </a:p>
        </p:txBody>
      </p:sp>
      <p:sp>
        <p:nvSpPr>
          <p:cNvPr id="373" name="Google Shape;373;p29"/>
          <p:cNvSpPr/>
          <p:nvPr/>
        </p:nvSpPr>
        <p:spPr>
          <a:xfrm>
            <a:off x="5351325" y="1301575"/>
            <a:ext cx="3335400" cy="645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29"/>
          <p:cNvSpPr/>
          <p:nvPr/>
        </p:nvSpPr>
        <p:spPr>
          <a:xfrm>
            <a:off x="5351325" y="2001663"/>
            <a:ext cx="3335400" cy="768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29"/>
          <p:cNvSpPr/>
          <p:nvPr/>
        </p:nvSpPr>
        <p:spPr>
          <a:xfrm>
            <a:off x="5351325" y="2806550"/>
            <a:ext cx="3335400" cy="768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29"/>
          <p:cNvSpPr/>
          <p:nvPr/>
        </p:nvSpPr>
        <p:spPr>
          <a:xfrm>
            <a:off x="5351325" y="3626275"/>
            <a:ext cx="3335400" cy="645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29"/>
          <p:cNvSpPr/>
          <p:nvPr/>
        </p:nvSpPr>
        <p:spPr>
          <a:xfrm rot="-5400000">
            <a:off x="3642315" y="1922241"/>
            <a:ext cx="769289" cy="2537884"/>
          </a:xfrm>
          <a:custGeom>
            <a:rect b="b" l="l" r="r" t="t"/>
            <a:pathLst>
              <a:path extrusionOk="0" h="105977" w="32124">
                <a:moveTo>
                  <a:pt x="29255" y="1"/>
                </a:moveTo>
                <a:lnTo>
                  <a:pt x="29255" y="52371"/>
                </a:lnTo>
                <a:cubicBezTo>
                  <a:pt x="29255" y="53706"/>
                  <a:pt x="28588" y="55841"/>
                  <a:pt x="27387" y="56741"/>
                </a:cubicBezTo>
                <a:lnTo>
                  <a:pt x="5038" y="73987"/>
                </a:lnTo>
                <a:cubicBezTo>
                  <a:pt x="2436" y="76022"/>
                  <a:pt x="1" y="78223"/>
                  <a:pt x="1" y="82126"/>
                </a:cubicBezTo>
                <a:lnTo>
                  <a:pt x="1" y="105976"/>
                </a:lnTo>
                <a:lnTo>
                  <a:pt x="32124" y="105976"/>
                </a:lnTo>
                <a:lnTo>
                  <a:pt x="32124" y="78824"/>
                </a:lnTo>
                <a:lnTo>
                  <a:pt x="32124" y="74921"/>
                </a:lnTo>
                <a:lnTo>
                  <a:pt x="32124" y="70684"/>
                </a:lnTo>
                <a:lnTo>
                  <a:pt x="32124" y="69717"/>
                </a:lnTo>
                <a:lnTo>
                  <a:pt x="32124" y="55307"/>
                </a:lnTo>
                <a:lnTo>
                  <a:pt x="32124" y="1"/>
                </a:lnTo>
                <a:lnTo>
                  <a:pt x="29255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29"/>
          <p:cNvSpPr/>
          <p:nvPr/>
        </p:nvSpPr>
        <p:spPr>
          <a:xfrm rot="-5400000">
            <a:off x="3338768" y="2314443"/>
            <a:ext cx="1376383" cy="2537884"/>
          </a:xfrm>
          <a:custGeom>
            <a:rect b="b" l="l" r="r" t="t"/>
            <a:pathLst>
              <a:path extrusionOk="0" h="105977" w="57475">
                <a:moveTo>
                  <a:pt x="57475" y="1"/>
                </a:moveTo>
                <a:lnTo>
                  <a:pt x="54639" y="1"/>
                </a:lnTo>
                <a:lnTo>
                  <a:pt x="54639" y="52004"/>
                </a:lnTo>
                <a:cubicBezTo>
                  <a:pt x="54639" y="54006"/>
                  <a:pt x="53405" y="55774"/>
                  <a:pt x="51570" y="56508"/>
                </a:cubicBezTo>
                <a:lnTo>
                  <a:pt x="6572" y="74287"/>
                </a:lnTo>
                <a:cubicBezTo>
                  <a:pt x="2869" y="75855"/>
                  <a:pt x="0" y="79090"/>
                  <a:pt x="0" y="83861"/>
                </a:cubicBezTo>
                <a:lnTo>
                  <a:pt x="0" y="105976"/>
                </a:lnTo>
                <a:lnTo>
                  <a:pt x="26919" y="105976"/>
                </a:lnTo>
                <a:lnTo>
                  <a:pt x="26919" y="82126"/>
                </a:lnTo>
                <a:cubicBezTo>
                  <a:pt x="26919" y="78257"/>
                  <a:pt x="29288" y="75821"/>
                  <a:pt x="31956" y="73987"/>
                </a:cubicBezTo>
                <a:lnTo>
                  <a:pt x="55507" y="56741"/>
                </a:lnTo>
                <a:cubicBezTo>
                  <a:pt x="56741" y="55841"/>
                  <a:pt x="57475" y="53939"/>
                  <a:pt x="57475" y="5237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29"/>
          <p:cNvSpPr/>
          <p:nvPr/>
        </p:nvSpPr>
        <p:spPr>
          <a:xfrm rot="-5400000">
            <a:off x="3338768" y="720805"/>
            <a:ext cx="1376383" cy="2537884"/>
          </a:xfrm>
          <a:custGeom>
            <a:rect b="b" l="l" r="r" t="t"/>
            <a:pathLst>
              <a:path extrusionOk="0" h="105977" w="57475">
                <a:moveTo>
                  <a:pt x="1" y="1"/>
                </a:moveTo>
                <a:lnTo>
                  <a:pt x="2836" y="1"/>
                </a:lnTo>
                <a:lnTo>
                  <a:pt x="2836" y="52004"/>
                </a:lnTo>
                <a:cubicBezTo>
                  <a:pt x="2836" y="54006"/>
                  <a:pt x="4070" y="55774"/>
                  <a:pt x="5905" y="56508"/>
                </a:cubicBezTo>
                <a:lnTo>
                  <a:pt x="50904" y="74287"/>
                </a:lnTo>
                <a:cubicBezTo>
                  <a:pt x="54606" y="75855"/>
                  <a:pt x="57475" y="79090"/>
                  <a:pt x="57475" y="83861"/>
                </a:cubicBezTo>
                <a:lnTo>
                  <a:pt x="57475" y="105976"/>
                </a:lnTo>
                <a:lnTo>
                  <a:pt x="30556" y="105976"/>
                </a:lnTo>
                <a:lnTo>
                  <a:pt x="30556" y="82126"/>
                </a:lnTo>
                <a:cubicBezTo>
                  <a:pt x="30556" y="78257"/>
                  <a:pt x="28188" y="75821"/>
                  <a:pt x="25519" y="73987"/>
                </a:cubicBezTo>
                <a:lnTo>
                  <a:pt x="2002" y="56741"/>
                </a:lnTo>
                <a:cubicBezTo>
                  <a:pt x="735" y="55841"/>
                  <a:pt x="1" y="53939"/>
                  <a:pt x="1" y="5237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29"/>
          <p:cNvSpPr/>
          <p:nvPr/>
        </p:nvSpPr>
        <p:spPr>
          <a:xfrm rot="-5400000">
            <a:off x="3642722" y="1107809"/>
            <a:ext cx="768475" cy="2537884"/>
          </a:xfrm>
          <a:custGeom>
            <a:rect b="b" l="l" r="r" t="t"/>
            <a:pathLst>
              <a:path extrusionOk="0" h="105977" w="32090">
                <a:moveTo>
                  <a:pt x="2836" y="1"/>
                </a:moveTo>
                <a:lnTo>
                  <a:pt x="2836" y="52371"/>
                </a:lnTo>
                <a:cubicBezTo>
                  <a:pt x="2836" y="53706"/>
                  <a:pt x="3536" y="55841"/>
                  <a:pt x="4704" y="56741"/>
                </a:cubicBezTo>
                <a:lnTo>
                  <a:pt x="27053" y="73987"/>
                </a:lnTo>
                <a:cubicBezTo>
                  <a:pt x="29688" y="76022"/>
                  <a:pt x="32090" y="78223"/>
                  <a:pt x="32090" y="82126"/>
                </a:cubicBezTo>
                <a:lnTo>
                  <a:pt x="32090" y="105976"/>
                </a:lnTo>
                <a:lnTo>
                  <a:pt x="0" y="105976"/>
                </a:lnTo>
                <a:lnTo>
                  <a:pt x="0" y="78824"/>
                </a:lnTo>
                <a:lnTo>
                  <a:pt x="0" y="74921"/>
                </a:lnTo>
                <a:lnTo>
                  <a:pt x="0" y="70684"/>
                </a:lnTo>
                <a:lnTo>
                  <a:pt x="0" y="69717"/>
                </a:lnTo>
                <a:lnTo>
                  <a:pt x="0" y="55307"/>
                </a:lnTo>
                <a:lnTo>
                  <a:pt x="0" y="1"/>
                </a:lnTo>
                <a:lnTo>
                  <a:pt x="2836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29"/>
          <p:cNvSpPr txBox="1"/>
          <p:nvPr/>
        </p:nvSpPr>
        <p:spPr>
          <a:xfrm>
            <a:off x="5544700" y="1301475"/>
            <a:ext cx="1203000" cy="59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Btu</a:t>
            </a:r>
            <a:endParaRPr b="1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82" name="Google Shape;382;p29"/>
          <p:cNvSpPr txBox="1"/>
          <p:nvPr/>
        </p:nvSpPr>
        <p:spPr>
          <a:xfrm>
            <a:off x="6364325" y="1301575"/>
            <a:ext cx="2146800" cy="59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5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unité thermique britannique et est la quantité de chaleur nécessaire pour élever la température d'une (1) livre d'eau de 1° Fahrenheit à 60° Fahrenheit</a:t>
            </a:r>
            <a:endParaRPr sz="75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3" name="Google Shape;383;p29"/>
          <p:cNvSpPr txBox="1"/>
          <p:nvPr/>
        </p:nvSpPr>
        <p:spPr>
          <a:xfrm>
            <a:off x="5544700" y="2092250"/>
            <a:ext cx="1203000" cy="59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kBtu / sf</a:t>
            </a:r>
            <a:endParaRPr b="1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84" name="Google Shape;384;p29"/>
          <p:cNvSpPr txBox="1"/>
          <p:nvPr/>
        </p:nvSpPr>
        <p:spPr>
          <a:xfrm>
            <a:off x="6364325" y="2092350"/>
            <a:ext cx="2199900" cy="64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en" sz="76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signifie mille unités thermiques britanniques , une unité commune de mesure de l'énergie utilisée pour convertir et combiner d'autres mesures d'énergie telles que les kilowattheures ( kWh) d' électricité , les therms du gaz naturel et les livres de vapeur</a:t>
            </a:r>
            <a:endParaRPr sz="76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5" name="Google Shape;385;p29"/>
          <p:cNvSpPr txBox="1"/>
          <p:nvPr/>
        </p:nvSpPr>
        <p:spPr>
          <a:xfrm>
            <a:off x="5544700" y="2883025"/>
            <a:ext cx="1203000" cy="59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therms</a:t>
            </a:r>
            <a:endParaRPr b="1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86" name="Google Shape;386;p29"/>
          <p:cNvSpPr txBox="1"/>
          <p:nvPr/>
        </p:nvSpPr>
        <p:spPr>
          <a:xfrm>
            <a:off x="6364175" y="2883125"/>
            <a:ext cx="2199900" cy="59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Arial"/>
              <a:buNone/>
            </a:pPr>
            <a:r>
              <a:rPr lang="en" sz="75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Unité de mesure d’énergie anglo-saxonne, valant 100 000 BTU ou environ 105,5 mégajoules</a:t>
            </a:r>
            <a:endParaRPr sz="75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7" name="Google Shape;387;p29"/>
          <p:cNvSpPr txBox="1"/>
          <p:nvPr/>
        </p:nvSpPr>
        <p:spPr>
          <a:xfrm>
            <a:off x="5495713" y="3692150"/>
            <a:ext cx="1203000" cy="59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GFA</a:t>
            </a: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 b="1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88" name="Google Shape;388;p29"/>
          <p:cNvSpPr txBox="1"/>
          <p:nvPr/>
        </p:nvSpPr>
        <p:spPr>
          <a:xfrm>
            <a:off x="6250025" y="3611425"/>
            <a:ext cx="2375400" cy="64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fontScale="625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Gross floor area est égale à la somme des surfaces de chaque niveau, des surfaces des toitures-terrasses, des balcons ou loggias et des surfaces non closes situées au rez-de-chaussée, y compris l’épaisseur des murs et des cloisons</a:t>
            </a:r>
            <a:endParaRPr sz="185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389" name="Google Shape;389;p29"/>
          <p:cNvGrpSpPr/>
          <p:nvPr/>
        </p:nvGrpSpPr>
        <p:grpSpPr>
          <a:xfrm>
            <a:off x="4770096" y="3054183"/>
            <a:ext cx="354586" cy="356254"/>
            <a:chOff x="-34405525" y="3558075"/>
            <a:chExt cx="292225" cy="293600"/>
          </a:xfrm>
        </p:grpSpPr>
        <p:sp>
          <p:nvSpPr>
            <p:cNvPr id="390" name="Google Shape;390;p29"/>
            <p:cNvSpPr/>
            <p:nvPr/>
          </p:nvSpPr>
          <p:spPr>
            <a:xfrm>
              <a:off x="-34303150" y="3663825"/>
              <a:ext cx="189850" cy="187850"/>
            </a:xfrm>
            <a:custGeom>
              <a:rect b="b" l="l" r="r" t="t"/>
              <a:pathLst>
                <a:path extrusionOk="0" h="7514" w="7594">
                  <a:moveTo>
                    <a:pt x="5487" y="0"/>
                  </a:moveTo>
                  <a:cubicBezTo>
                    <a:pt x="5380" y="0"/>
                    <a:pt x="5278" y="8"/>
                    <a:pt x="5168" y="24"/>
                  </a:cubicBezTo>
                  <a:cubicBezTo>
                    <a:pt x="4349" y="181"/>
                    <a:pt x="3656" y="843"/>
                    <a:pt x="3561" y="1630"/>
                  </a:cubicBezTo>
                  <a:cubicBezTo>
                    <a:pt x="3467" y="2198"/>
                    <a:pt x="3561" y="2513"/>
                    <a:pt x="3719" y="2891"/>
                  </a:cubicBezTo>
                  <a:lnTo>
                    <a:pt x="285" y="6325"/>
                  </a:lnTo>
                  <a:cubicBezTo>
                    <a:pt x="1" y="6608"/>
                    <a:pt x="1" y="7049"/>
                    <a:pt x="285" y="7301"/>
                  </a:cubicBezTo>
                  <a:cubicBezTo>
                    <a:pt x="426" y="7443"/>
                    <a:pt x="600" y="7514"/>
                    <a:pt x="773" y="7514"/>
                  </a:cubicBezTo>
                  <a:cubicBezTo>
                    <a:pt x="946" y="7514"/>
                    <a:pt x="1119" y="7443"/>
                    <a:pt x="1261" y="7301"/>
                  </a:cubicBezTo>
                  <a:lnTo>
                    <a:pt x="4695" y="3899"/>
                  </a:lnTo>
                  <a:cubicBezTo>
                    <a:pt x="5022" y="4016"/>
                    <a:pt x="5280" y="4080"/>
                    <a:pt x="5597" y="4080"/>
                  </a:cubicBezTo>
                  <a:cubicBezTo>
                    <a:pt x="5708" y="4080"/>
                    <a:pt x="5825" y="4073"/>
                    <a:pt x="5955" y="4056"/>
                  </a:cubicBezTo>
                  <a:cubicBezTo>
                    <a:pt x="6775" y="3899"/>
                    <a:pt x="7436" y="3206"/>
                    <a:pt x="7562" y="2418"/>
                  </a:cubicBezTo>
                  <a:cubicBezTo>
                    <a:pt x="7594" y="2198"/>
                    <a:pt x="7594" y="1945"/>
                    <a:pt x="7562" y="1756"/>
                  </a:cubicBezTo>
                  <a:cubicBezTo>
                    <a:pt x="7562" y="1630"/>
                    <a:pt x="7436" y="1504"/>
                    <a:pt x="7310" y="1473"/>
                  </a:cubicBezTo>
                  <a:cubicBezTo>
                    <a:pt x="7287" y="1465"/>
                    <a:pt x="7259" y="1461"/>
                    <a:pt x="7229" y="1461"/>
                  </a:cubicBezTo>
                  <a:cubicBezTo>
                    <a:pt x="7141" y="1461"/>
                    <a:pt x="7034" y="1497"/>
                    <a:pt x="6964" y="1567"/>
                  </a:cubicBezTo>
                  <a:lnTo>
                    <a:pt x="6491" y="2040"/>
                  </a:lnTo>
                  <a:cubicBezTo>
                    <a:pt x="6365" y="2166"/>
                    <a:pt x="6192" y="2229"/>
                    <a:pt x="6014" y="2229"/>
                  </a:cubicBezTo>
                  <a:cubicBezTo>
                    <a:pt x="5837" y="2229"/>
                    <a:pt x="5656" y="2166"/>
                    <a:pt x="5514" y="2040"/>
                  </a:cubicBezTo>
                  <a:cubicBezTo>
                    <a:pt x="5231" y="1756"/>
                    <a:pt x="5231" y="1315"/>
                    <a:pt x="5514" y="1032"/>
                  </a:cubicBezTo>
                  <a:lnTo>
                    <a:pt x="6018" y="622"/>
                  </a:lnTo>
                  <a:cubicBezTo>
                    <a:pt x="6113" y="528"/>
                    <a:pt x="6144" y="370"/>
                    <a:pt x="6113" y="276"/>
                  </a:cubicBezTo>
                  <a:cubicBezTo>
                    <a:pt x="6050" y="150"/>
                    <a:pt x="5955" y="55"/>
                    <a:pt x="5829" y="24"/>
                  </a:cubicBezTo>
                  <a:cubicBezTo>
                    <a:pt x="5703" y="8"/>
                    <a:pt x="5593" y="0"/>
                    <a:pt x="548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" name="Google Shape;391;p29"/>
            <p:cNvSpPr/>
            <p:nvPr/>
          </p:nvSpPr>
          <p:spPr>
            <a:xfrm>
              <a:off x="-34250375" y="3565950"/>
              <a:ext cx="46500" cy="46500"/>
            </a:xfrm>
            <a:custGeom>
              <a:rect b="b" l="l" r="r" t="t"/>
              <a:pathLst>
                <a:path extrusionOk="0" h="1860" w="1860">
                  <a:moveTo>
                    <a:pt x="1" y="1"/>
                  </a:moveTo>
                  <a:lnTo>
                    <a:pt x="1" y="1859"/>
                  </a:lnTo>
                  <a:lnTo>
                    <a:pt x="1860" y="185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2" name="Google Shape;392;p29"/>
            <p:cNvSpPr/>
            <p:nvPr/>
          </p:nvSpPr>
          <p:spPr>
            <a:xfrm>
              <a:off x="-34405525" y="3558075"/>
              <a:ext cx="206375" cy="276475"/>
            </a:xfrm>
            <a:custGeom>
              <a:rect b="b" l="l" r="r" t="t"/>
              <a:pathLst>
                <a:path extrusionOk="0" h="11059" w="8255">
                  <a:moveTo>
                    <a:pt x="3812" y="1450"/>
                  </a:moveTo>
                  <a:cubicBezTo>
                    <a:pt x="4001" y="1450"/>
                    <a:pt x="4159" y="1607"/>
                    <a:pt x="4159" y="1796"/>
                  </a:cubicBezTo>
                  <a:cubicBezTo>
                    <a:pt x="4159" y="2017"/>
                    <a:pt x="4001" y="2174"/>
                    <a:pt x="3812" y="2174"/>
                  </a:cubicBezTo>
                  <a:cubicBezTo>
                    <a:pt x="3623" y="2174"/>
                    <a:pt x="3466" y="2017"/>
                    <a:pt x="3466" y="1796"/>
                  </a:cubicBezTo>
                  <a:cubicBezTo>
                    <a:pt x="3466" y="1607"/>
                    <a:pt x="3623" y="1450"/>
                    <a:pt x="3812" y="1450"/>
                  </a:cubicBezTo>
                  <a:close/>
                  <a:moveTo>
                    <a:pt x="3812" y="2836"/>
                  </a:moveTo>
                  <a:cubicBezTo>
                    <a:pt x="4001" y="2836"/>
                    <a:pt x="4159" y="2993"/>
                    <a:pt x="4159" y="3183"/>
                  </a:cubicBezTo>
                  <a:lnTo>
                    <a:pt x="4159" y="5293"/>
                  </a:lnTo>
                  <a:cubicBezTo>
                    <a:pt x="4159" y="5482"/>
                    <a:pt x="4001" y="5640"/>
                    <a:pt x="3812" y="5640"/>
                  </a:cubicBezTo>
                  <a:cubicBezTo>
                    <a:pt x="3623" y="5640"/>
                    <a:pt x="3466" y="5482"/>
                    <a:pt x="3466" y="5293"/>
                  </a:cubicBezTo>
                  <a:lnTo>
                    <a:pt x="3466" y="3183"/>
                  </a:lnTo>
                  <a:cubicBezTo>
                    <a:pt x="3466" y="2993"/>
                    <a:pt x="3623" y="2836"/>
                    <a:pt x="3812" y="2836"/>
                  </a:cubicBezTo>
                  <a:close/>
                  <a:moveTo>
                    <a:pt x="5860" y="6301"/>
                  </a:moveTo>
                  <a:cubicBezTo>
                    <a:pt x="6049" y="6301"/>
                    <a:pt x="6207" y="6459"/>
                    <a:pt x="6207" y="6648"/>
                  </a:cubicBezTo>
                  <a:cubicBezTo>
                    <a:pt x="6207" y="6837"/>
                    <a:pt x="6049" y="6995"/>
                    <a:pt x="5860" y="6995"/>
                  </a:cubicBezTo>
                  <a:lnTo>
                    <a:pt x="1733" y="6995"/>
                  </a:lnTo>
                  <a:cubicBezTo>
                    <a:pt x="1544" y="6995"/>
                    <a:pt x="1387" y="6837"/>
                    <a:pt x="1387" y="6648"/>
                  </a:cubicBezTo>
                  <a:cubicBezTo>
                    <a:pt x="1387" y="6459"/>
                    <a:pt x="1544" y="6301"/>
                    <a:pt x="1733" y="6301"/>
                  </a:cubicBezTo>
                  <a:close/>
                  <a:moveTo>
                    <a:pt x="4537" y="7688"/>
                  </a:moveTo>
                  <a:cubicBezTo>
                    <a:pt x="4726" y="7688"/>
                    <a:pt x="4884" y="7845"/>
                    <a:pt x="4884" y="8034"/>
                  </a:cubicBezTo>
                  <a:cubicBezTo>
                    <a:pt x="4884" y="8223"/>
                    <a:pt x="4726" y="8381"/>
                    <a:pt x="4537" y="8381"/>
                  </a:cubicBezTo>
                  <a:lnTo>
                    <a:pt x="1733" y="8381"/>
                  </a:lnTo>
                  <a:cubicBezTo>
                    <a:pt x="1544" y="8381"/>
                    <a:pt x="1387" y="8223"/>
                    <a:pt x="1387" y="8034"/>
                  </a:cubicBezTo>
                  <a:cubicBezTo>
                    <a:pt x="1387" y="7845"/>
                    <a:pt x="1544" y="7688"/>
                    <a:pt x="1733" y="7688"/>
                  </a:cubicBezTo>
                  <a:close/>
                  <a:moveTo>
                    <a:pt x="347" y="1"/>
                  </a:moveTo>
                  <a:cubicBezTo>
                    <a:pt x="158" y="1"/>
                    <a:pt x="0" y="158"/>
                    <a:pt x="0" y="347"/>
                  </a:cubicBezTo>
                  <a:lnTo>
                    <a:pt x="0" y="10681"/>
                  </a:lnTo>
                  <a:cubicBezTo>
                    <a:pt x="0" y="10964"/>
                    <a:pt x="158" y="11059"/>
                    <a:pt x="347" y="11059"/>
                  </a:cubicBezTo>
                  <a:lnTo>
                    <a:pt x="3466" y="11059"/>
                  </a:lnTo>
                  <a:cubicBezTo>
                    <a:pt x="3466" y="10712"/>
                    <a:pt x="3592" y="10366"/>
                    <a:pt x="3844" y="10082"/>
                  </a:cubicBezTo>
                  <a:lnTo>
                    <a:pt x="4254" y="9704"/>
                  </a:lnTo>
                  <a:lnTo>
                    <a:pt x="1702" y="9704"/>
                  </a:lnTo>
                  <a:cubicBezTo>
                    <a:pt x="1481" y="9704"/>
                    <a:pt x="1324" y="9546"/>
                    <a:pt x="1324" y="9326"/>
                  </a:cubicBezTo>
                  <a:cubicBezTo>
                    <a:pt x="1324" y="9137"/>
                    <a:pt x="1481" y="8979"/>
                    <a:pt x="1702" y="8979"/>
                  </a:cubicBezTo>
                  <a:lnTo>
                    <a:pt x="4915" y="8979"/>
                  </a:lnTo>
                  <a:lnTo>
                    <a:pt x="6963" y="6932"/>
                  </a:lnTo>
                  <a:cubicBezTo>
                    <a:pt x="6900" y="6585"/>
                    <a:pt x="6805" y="6238"/>
                    <a:pt x="6931" y="5703"/>
                  </a:cubicBezTo>
                  <a:cubicBezTo>
                    <a:pt x="7089" y="4915"/>
                    <a:pt x="7562" y="4254"/>
                    <a:pt x="8255" y="3876"/>
                  </a:cubicBezTo>
                  <a:lnTo>
                    <a:pt x="8255" y="2773"/>
                  </a:lnTo>
                  <a:lnTo>
                    <a:pt x="5860" y="2773"/>
                  </a:lnTo>
                  <a:cubicBezTo>
                    <a:pt x="5671" y="2773"/>
                    <a:pt x="5514" y="2615"/>
                    <a:pt x="5514" y="2395"/>
                  </a:cubicBezTo>
                  <a:lnTo>
                    <a:pt x="551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93" name="Google Shape;393;p29"/>
          <p:cNvGrpSpPr/>
          <p:nvPr/>
        </p:nvGrpSpPr>
        <p:grpSpPr>
          <a:xfrm>
            <a:off x="4777763" y="2206432"/>
            <a:ext cx="339253" cy="339253"/>
            <a:chOff x="3271200" y="1435075"/>
            <a:chExt cx="481825" cy="481825"/>
          </a:xfrm>
        </p:grpSpPr>
        <p:sp>
          <p:nvSpPr>
            <p:cNvPr id="394" name="Google Shape;394;p29"/>
            <p:cNvSpPr/>
            <p:nvPr/>
          </p:nvSpPr>
          <p:spPr>
            <a:xfrm>
              <a:off x="3271200" y="1435075"/>
              <a:ext cx="481825" cy="481825"/>
            </a:xfrm>
            <a:custGeom>
              <a:rect b="b" l="l" r="r" t="t"/>
              <a:pathLst>
                <a:path extrusionOk="0" h="19273" w="19273">
                  <a:moveTo>
                    <a:pt x="9597" y="2259"/>
                  </a:moveTo>
                  <a:cubicBezTo>
                    <a:pt x="13635" y="2259"/>
                    <a:pt x="17014" y="5545"/>
                    <a:pt x="17014" y="9601"/>
                  </a:cubicBezTo>
                  <a:cubicBezTo>
                    <a:pt x="17014" y="13636"/>
                    <a:pt x="13654" y="17014"/>
                    <a:pt x="9597" y="17014"/>
                  </a:cubicBezTo>
                  <a:cubicBezTo>
                    <a:pt x="5562" y="17014"/>
                    <a:pt x="2259" y="13654"/>
                    <a:pt x="2259" y="9601"/>
                  </a:cubicBezTo>
                  <a:cubicBezTo>
                    <a:pt x="2259" y="5563"/>
                    <a:pt x="5541" y="2259"/>
                    <a:pt x="9597" y="2259"/>
                  </a:cubicBezTo>
                  <a:close/>
                  <a:moveTo>
                    <a:pt x="9597" y="1"/>
                  </a:moveTo>
                  <a:cubicBezTo>
                    <a:pt x="4304" y="1"/>
                    <a:pt x="0" y="4307"/>
                    <a:pt x="0" y="9601"/>
                  </a:cubicBezTo>
                  <a:cubicBezTo>
                    <a:pt x="0" y="14892"/>
                    <a:pt x="4304" y="19273"/>
                    <a:pt x="9597" y="19273"/>
                  </a:cubicBezTo>
                  <a:cubicBezTo>
                    <a:pt x="14891" y="19273"/>
                    <a:pt x="19272" y="14892"/>
                    <a:pt x="19272" y="9601"/>
                  </a:cubicBezTo>
                  <a:cubicBezTo>
                    <a:pt x="19272" y="4307"/>
                    <a:pt x="14891" y="1"/>
                    <a:pt x="959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395" name="Google Shape;395;p29"/>
            <p:cNvSpPr/>
            <p:nvPr/>
          </p:nvSpPr>
          <p:spPr>
            <a:xfrm>
              <a:off x="3356575" y="1520525"/>
              <a:ext cx="311000" cy="311025"/>
            </a:xfrm>
            <a:custGeom>
              <a:rect b="b" l="l" r="r" t="t"/>
              <a:pathLst>
                <a:path extrusionOk="0" h="12441" w="12440">
                  <a:moveTo>
                    <a:pt x="8516" y="3359"/>
                  </a:moveTo>
                  <a:cubicBezTo>
                    <a:pt x="8661" y="3359"/>
                    <a:pt x="8805" y="3414"/>
                    <a:pt x="8917" y="3524"/>
                  </a:cubicBezTo>
                  <a:cubicBezTo>
                    <a:pt x="9136" y="3744"/>
                    <a:pt x="9136" y="4102"/>
                    <a:pt x="8917" y="4322"/>
                  </a:cubicBezTo>
                  <a:lnTo>
                    <a:pt x="7056" y="6183"/>
                  </a:lnTo>
                  <a:lnTo>
                    <a:pt x="8917" y="8041"/>
                  </a:lnTo>
                  <a:cubicBezTo>
                    <a:pt x="9326" y="8453"/>
                    <a:pt x="8939" y="9009"/>
                    <a:pt x="8502" y="9009"/>
                  </a:cubicBezTo>
                  <a:cubicBezTo>
                    <a:pt x="8371" y="9009"/>
                    <a:pt x="8235" y="8959"/>
                    <a:pt x="8116" y="8839"/>
                  </a:cubicBezTo>
                  <a:lnTo>
                    <a:pt x="5857" y="6580"/>
                  </a:lnTo>
                  <a:cubicBezTo>
                    <a:pt x="5637" y="6360"/>
                    <a:pt x="5637" y="6002"/>
                    <a:pt x="5857" y="5782"/>
                  </a:cubicBezTo>
                  <a:lnTo>
                    <a:pt x="8116" y="3524"/>
                  </a:lnTo>
                  <a:cubicBezTo>
                    <a:pt x="8227" y="3414"/>
                    <a:pt x="8372" y="3359"/>
                    <a:pt x="8516" y="3359"/>
                  </a:cubicBezTo>
                  <a:close/>
                  <a:moveTo>
                    <a:pt x="5619" y="1"/>
                  </a:moveTo>
                  <a:cubicBezTo>
                    <a:pt x="4367" y="112"/>
                    <a:pt x="3177" y="606"/>
                    <a:pt x="2214" y="1413"/>
                  </a:cubicBezTo>
                  <a:lnTo>
                    <a:pt x="2590" y="1789"/>
                  </a:lnTo>
                  <a:cubicBezTo>
                    <a:pt x="3002" y="2199"/>
                    <a:pt x="2615" y="2757"/>
                    <a:pt x="2178" y="2757"/>
                  </a:cubicBezTo>
                  <a:cubicBezTo>
                    <a:pt x="2047" y="2757"/>
                    <a:pt x="1912" y="2707"/>
                    <a:pt x="1792" y="2587"/>
                  </a:cubicBezTo>
                  <a:lnTo>
                    <a:pt x="1416" y="2211"/>
                  </a:lnTo>
                  <a:cubicBezTo>
                    <a:pt x="609" y="3175"/>
                    <a:pt x="118" y="4364"/>
                    <a:pt x="3" y="5617"/>
                  </a:cubicBezTo>
                  <a:lnTo>
                    <a:pt x="536" y="5617"/>
                  </a:lnTo>
                  <a:cubicBezTo>
                    <a:pt x="1280" y="5617"/>
                    <a:pt x="1283" y="6746"/>
                    <a:pt x="536" y="6746"/>
                  </a:cubicBezTo>
                  <a:lnTo>
                    <a:pt x="0" y="6746"/>
                  </a:lnTo>
                  <a:cubicBezTo>
                    <a:pt x="118" y="8035"/>
                    <a:pt x="627" y="9287"/>
                    <a:pt x="1413" y="10227"/>
                  </a:cubicBezTo>
                  <a:lnTo>
                    <a:pt x="1789" y="9850"/>
                  </a:lnTo>
                  <a:cubicBezTo>
                    <a:pt x="1910" y="9730"/>
                    <a:pt x="2045" y="9679"/>
                    <a:pt x="2176" y="9679"/>
                  </a:cubicBezTo>
                  <a:cubicBezTo>
                    <a:pt x="2613" y="9679"/>
                    <a:pt x="2995" y="10244"/>
                    <a:pt x="2587" y="10651"/>
                  </a:cubicBezTo>
                  <a:lnTo>
                    <a:pt x="2211" y="11028"/>
                  </a:lnTo>
                  <a:cubicBezTo>
                    <a:pt x="3174" y="11832"/>
                    <a:pt x="4364" y="12326"/>
                    <a:pt x="5616" y="12440"/>
                  </a:cubicBezTo>
                  <a:lnTo>
                    <a:pt x="5616" y="11904"/>
                  </a:lnTo>
                  <a:cubicBezTo>
                    <a:pt x="5616" y="11530"/>
                    <a:pt x="5899" y="11343"/>
                    <a:pt x="6182" y="11343"/>
                  </a:cubicBezTo>
                  <a:cubicBezTo>
                    <a:pt x="6464" y="11343"/>
                    <a:pt x="6745" y="11530"/>
                    <a:pt x="6745" y="11904"/>
                  </a:cubicBezTo>
                  <a:lnTo>
                    <a:pt x="6745" y="12440"/>
                  </a:lnTo>
                  <a:cubicBezTo>
                    <a:pt x="8034" y="12323"/>
                    <a:pt x="9287" y="11811"/>
                    <a:pt x="10226" y="11028"/>
                  </a:cubicBezTo>
                  <a:lnTo>
                    <a:pt x="9850" y="10651"/>
                  </a:lnTo>
                  <a:cubicBezTo>
                    <a:pt x="9445" y="10246"/>
                    <a:pt x="9822" y="9678"/>
                    <a:pt x="10259" y="9678"/>
                  </a:cubicBezTo>
                  <a:cubicBezTo>
                    <a:pt x="10390" y="9678"/>
                    <a:pt x="10526" y="9729"/>
                    <a:pt x="10648" y="9850"/>
                  </a:cubicBezTo>
                  <a:lnTo>
                    <a:pt x="11024" y="10227"/>
                  </a:lnTo>
                  <a:cubicBezTo>
                    <a:pt x="11810" y="9287"/>
                    <a:pt x="12319" y="8035"/>
                    <a:pt x="12437" y="6746"/>
                  </a:cubicBezTo>
                  <a:lnTo>
                    <a:pt x="11904" y="6746"/>
                  </a:lnTo>
                  <a:cubicBezTo>
                    <a:pt x="11160" y="6746"/>
                    <a:pt x="11157" y="5617"/>
                    <a:pt x="11904" y="5617"/>
                  </a:cubicBezTo>
                  <a:lnTo>
                    <a:pt x="12440" y="5617"/>
                  </a:lnTo>
                  <a:cubicBezTo>
                    <a:pt x="12325" y="4364"/>
                    <a:pt x="11834" y="3175"/>
                    <a:pt x="11027" y="2211"/>
                  </a:cubicBezTo>
                  <a:lnTo>
                    <a:pt x="10651" y="2587"/>
                  </a:lnTo>
                  <a:cubicBezTo>
                    <a:pt x="10529" y="2709"/>
                    <a:pt x="10392" y="2760"/>
                    <a:pt x="10261" y="2760"/>
                  </a:cubicBezTo>
                  <a:cubicBezTo>
                    <a:pt x="9823" y="2760"/>
                    <a:pt x="9443" y="2197"/>
                    <a:pt x="9853" y="1789"/>
                  </a:cubicBezTo>
                  <a:lnTo>
                    <a:pt x="10232" y="1413"/>
                  </a:lnTo>
                  <a:cubicBezTo>
                    <a:pt x="9290" y="627"/>
                    <a:pt x="8037" y="115"/>
                    <a:pt x="6748" y="1"/>
                  </a:cubicBezTo>
                  <a:lnTo>
                    <a:pt x="6748" y="537"/>
                  </a:lnTo>
                  <a:cubicBezTo>
                    <a:pt x="6748" y="909"/>
                    <a:pt x="6466" y="1096"/>
                    <a:pt x="6183" y="1096"/>
                  </a:cubicBezTo>
                  <a:cubicBezTo>
                    <a:pt x="5901" y="1096"/>
                    <a:pt x="5619" y="910"/>
                    <a:pt x="5619" y="537"/>
                  </a:cubicBezTo>
                  <a:lnTo>
                    <a:pt x="561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396" name="Google Shape;396;p29"/>
          <p:cNvGrpSpPr/>
          <p:nvPr/>
        </p:nvGrpSpPr>
        <p:grpSpPr>
          <a:xfrm>
            <a:off x="4777684" y="3786647"/>
            <a:ext cx="339411" cy="337193"/>
            <a:chOff x="3863900" y="4993625"/>
            <a:chExt cx="482050" cy="478900"/>
          </a:xfrm>
        </p:grpSpPr>
        <p:sp>
          <p:nvSpPr>
            <p:cNvPr id="397" name="Google Shape;397;p29"/>
            <p:cNvSpPr/>
            <p:nvPr/>
          </p:nvSpPr>
          <p:spPr>
            <a:xfrm>
              <a:off x="3877525" y="5058825"/>
              <a:ext cx="315450" cy="164750"/>
            </a:xfrm>
            <a:custGeom>
              <a:rect b="b" l="l" r="r" t="t"/>
              <a:pathLst>
                <a:path extrusionOk="0" h="6590" w="12618">
                  <a:moveTo>
                    <a:pt x="3647" y="1"/>
                  </a:moveTo>
                  <a:lnTo>
                    <a:pt x="169" y="1846"/>
                  </a:lnTo>
                  <a:cubicBezTo>
                    <a:pt x="109" y="1877"/>
                    <a:pt x="51" y="1913"/>
                    <a:pt x="0" y="1952"/>
                  </a:cubicBezTo>
                  <a:lnTo>
                    <a:pt x="8892" y="6589"/>
                  </a:lnTo>
                  <a:lnTo>
                    <a:pt x="12617" y="4746"/>
                  </a:lnTo>
                  <a:lnTo>
                    <a:pt x="364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398" name="Google Shape;398;p29"/>
            <p:cNvSpPr/>
            <p:nvPr/>
          </p:nvSpPr>
          <p:spPr>
            <a:xfrm>
              <a:off x="4113750" y="5133350"/>
              <a:ext cx="232200" cy="339175"/>
            </a:xfrm>
            <a:custGeom>
              <a:rect b="b" l="l" r="r" t="t"/>
              <a:pathLst>
                <a:path extrusionOk="0" h="13567" w="9288">
                  <a:moveTo>
                    <a:pt x="9284" y="1"/>
                  </a:moveTo>
                  <a:lnTo>
                    <a:pt x="4836" y="2202"/>
                  </a:lnTo>
                  <a:lnTo>
                    <a:pt x="4836" y="4680"/>
                  </a:lnTo>
                  <a:cubicBezTo>
                    <a:pt x="4836" y="4993"/>
                    <a:pt x="4584" y="5246"/>
                    <a:pt x="4270" y="5246"/>
                  </a:cubicBezTo>
                  <a:cubicBezTo>
                    <a:pt x="3957" y="5246"/>
                    <a:pt x="3707" y="4993"/>
                    <a:pt x="3707" y="4680"/>
                  </a:cubicBezTo>
                  <a:lnTo>
                    <a:pt x="3707" y="2762"/>
                  </a:lnTo>
                  <a:lnTo>
                    <a:pt x="0" y="4593"/>
                  </a:lnTo>
                  <a:lnTo>
                    <a:pt x="0" y="13566"/>
                  </a:lnTo>
                  <a:cubicBezTo>
                    <a:pt x="12" y="13560"/>
                    <a:pt x="24" y="13557"/>
                    <a:pt x="37" y="13551"/>
                  </a:cubicBezTo>
                  <a:lnTo>
                    <a:pt x="8552" y="9236"/>
                  </a:lnTo>
                  <a:cubicBezTo>
                    <a:pt x="9004" y="9010"/>
                    <a:pt x="9287" y="8550"/>
                    <a:pt x="9287" y="8047"/>
                  </a:cubicBezTo>
                  <a:lnTo>
                    <a:pt x="9287" y="52"/>
                  </a:lnTo>
                  <a:cubicBezTo>
                    <a:pt x="9287" y="34"/>
                    <a:pt x="9287" y="19"/>
                    <a:pt x="928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399" name="Google Shape;399;p29"/>
            <p:cNvSpPr/>
            <p:nvPr/>
          </p:nvSpPr>
          <p:spPr>
            <a:xfrm>
              <a:off x="3998800" y="4993625"/>
              <a:ext cx="334125" cy="168500"/>
            </a:xfrm>
            <a:custGeom>
              <a:rect b="b" l="l" r="r" t="t"/>
              <a:pathLst>
                <a:path extrusionOk="0" h="6740" w="13365">
                  <a:moveTo>
                    <a:pt x="4045" y="1"/>
                  </a:moveTo>
                  <a:cubicBezTo>
                    <a:pt x="3833" y="1"/>
                    <a:pt x="3623" y="51"/>
                    <a:pt x="3430" y="151"/>
                  </a:cubicBezTo>
                  <a:lnTo>
                    <a:pt x="0" y="1970"/>
                  </a:lnTo>
                  <a:lnTo>
                    <a:pt x="9013" y="6740"/>
                  </a:lnTo>
                  <a:lnTo>
                    <a:pt x="13364" y="4587"/>
                  </a:lnTo>
                  <a:cubicBezTo>
                    <a:pt x="13298" y="4536"/>
                    <a:pt x="13226" y="4491"/>
                    <a:pt x="13150" y="4454"/>
                  </a:cubicBezTo>
                  <a:lnTo>
                    <a:pt x="4638" y="139"/>
                  </a:lnTo>
                  <a:lnTo>
                    <a:pt x="4635" y="139"/>
                  </a:lnTo>
                  <a:cubicBezTo>
                    <a:pt x="4448" y="47"/>
                    <a:pt x="4246" y="1"/>
                    <a:pt x="404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400" name="Google Shape;400;p29"/>
            <p:cNvSpPr/>
            <p:nvPr/>
          </p:nvSpPr>
          <p:spPr>
            <a:xfrm>
              <a:off x="3863900" y="5132450"/>
              <a:ext cx="221650" cy="339925"/>
            </a:xfrm>
            <a:custGeom>
              <a:rect b="b" l="l" r="r" t="t"/>
              <a:pathLst>
                <a:path extrusionOk="0" h="13597" w="8866">
                  <a:moveTo>
                    <a:pt x="6" y="1"/>
                  </a:moveTo>
                  <a:cubicBezTo>
                    <a:pt x="3" y="25"/>
                    <a:pt x="0" y="52"/>
                    <a:pt x="0" y="76"/>
                  </a:cubicBezTo>
                  <a:lnTo>
                    <a:pt x="0" y="8095"/>
                  </a:lnTo>
                  <a:cubicBezTo>
                    <a:pt x="0" y="8589"/>
                    <a:pt x="274" y="9043"/>
                    <a:pt x="714" y="9269"/>
                  </a:cubicBezTo>
                  <a:lnTo>
                    <a:pt x="8820" y="13572"/>
                  </a:lnTo>
                  <a:lnTo>
                    <a:pt x="8826" y="13575"/>
                  </a:lnTo>
                  <a:lnTo>
                    <a:pt x="8865" y="13596"/>
                  </a:lnTo>
                  <a:lnTo>
                    <a:pt x="8865" y="4620"/>
                  </a:lnTo>
                  <a:lnTo>
                    <a:pt x="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401" name="Google Shape;401;p29"/>
          <p:cNvGrpSpPr/>
          <p:nvPr/>
        </p:nvGrpSpPr>
        <p:grpSpPr>
          <a:xfrm>
            <a:off x="4764504" y="1438080"/>
            <a:ext cx="365771" cy="365762"/>
            <a:chOff x="-59470075" y="3308975"/>
            <a:chExt cx="318200" cy="316075"/>
          </a:xfrm>
        </p:grpSpPr>
        <p:sp>
          <p:nvSpPr>
            <p:cNvPr id="402" name="Google Shape;402;p29"/>
            <p:cNvSpPr/>
            <p:nvPr/>
          </p:nvSpPr>
          <p:spPr>
            <a:xfrm>
              <a:off x="-59403925" y="3522625"/>
              <a:ext cx="21275" cy="20500"/>
            </a:xfrm>
            <a:custGeom>
              <a:rect b="b" l="l" r="r" t="t"/>
              <a:pathLst>
                <a:path extrusionOk="0" h="820" w="851">
                  <a:moveTo>
                    <a:pt x="0" y="1"/>
                  </a:moveTo>
                  <a:lnTo>
                    <a:pt x="0" y="820"/>
                  </a:lnTo>
                  <a:lnTo>
                    <a:pt x="851" y="820"/>
                  </a:lnTo>
                  <a:lnTo>
                    <a:pt x="85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" name="Google Shape;403;p29"/>
            <p:cNvSpPr/>
            <p:nvPr/>
          </p:nvSpPr>
          <p:spPr>
            <a:xfrm>
              <a:off x="-59362175" y="3522625"/>
              <a:ext cx="20500" cy="20500"/>
            </a:xfrm>
            <a:custGeom>
              <a:rect b="b" l="l" r="r" t="t"/>
              <a:pathLst>
                <a:path extrusionOk="0" h="820" w="820">
                  <a:moveTo>
                    <a:pt x="0" y="1"/>
                  </a:moveTo>
                  <a:lnTo>
                    <a:pt x="0" y="820"/>
                  </a:lnTo>
                  <a:lnTo>
                    <a:pt x="819" y="820"/>
                  </a:lnTo>
                  <a:lnTo>
                    <a:pt x="81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" name="Google Shape;404;p29"/>
            <p:cNvSpPr/>
            <p:nvPr/>
          </p:nvSpPr>
          <p:spPr>
            <a:xfrm>
              <a:off x="-59321225" y="3522625"/>
              <a:ext cx="20500" cy="20500"/>
            </a:xfrm>
            <a:custGeom>
              <a:rect b="b" l="l" r="r" t="t"/>
              <a:pathLst>
                <a:path extrusionOk="0" h="820" w="820">
                  <a:moveTo>
                    <a:pt x="0" y="1"/>
                  </a:moveTo>
                  <a:lnTo>
                    <a:pt x="0" y="820"/>
                  </a:lnTo>
                  <a:lnTo>
                    <a:pt x="820" y="820"/>
                  </a:lnTo>
                  <a:lnTo>
                    <a:pt x="82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" name="Google Shape;405;p29"/>
            <p:cNvSpPr/>
            <p:nvPr/>
          </p:nvSpPr>
          <p:spPr>
            <a:xfrm>
              <a:off x="-59279475" y="3522625"/>
              <a:ext cx="20500" cy="20500"/>
            </a:xfrm>
            <a:custGeom>
              <a:rect b="b" l="l" r="r" t="t"/>
              <a:pathLst>
                <a:path extrusionOk="0" h="820" w="820">
                  <a:moveTo>
                    <a:pt x="0" y="1"/>
                  </a:moveTo>
                  <a:lnTo>
                    <a:pt x="0" y="820"/>
                  </a:lnTo>
                  <a:lnTo>
                    <a:pt x="819" y="820"/>
                  </a:lnTo>
                  <a:lnTo>
                    <a:pt x="81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" name="Google Shape;406;p29"/>
            <p:cNvSpPr/>
            <p:nvPr/>
          </p:nvSpPr>
          <p:spPr>
            <a:xfrm>
              <a:off x="-59470075" y="3418825"/>
              <a:ext cx="317425" cy="206225"/>
            </a:xfrm>
            <a:custGeom>
              <a:rect b="b" l="l" r="r" t="t"/>
              <a:pathLst>
                <a:path extrusionOk="0" h="8249" w="12697">
                  <a:moveTo>
                    <a:pt x="10523" y="3334"/>
                  </a:moveTo>
                  <a:cubicBezTo>
                    <a:pt x="10775" y="3334"/>
                    <a:pt x="10932" y="3523"/>
                    <a:pt x="10932" y="3775"/>
                  </a:cubicBezTo>
                  <a:lnTo>
                    <a:pt x="10932" y="5413"/>
                  </a:lnTo>
                  <a:cubicBezTo>
                    <a:pt x="10932" y="5665"/>
                    <a:pt x="10712" y="5854"/>
                    <a:pt x="10523" y="5854"/>
                  </a:cubicBezTo>
                  <a:lnTo>
                    <a:pt x="2268" y="5854"/>
                  </a:lnTo>
                  <a:cubicBezTo>
                    <a:pt x="2016" y="5854"/>
                    <a:pt x="1827" y="5665"/>
                    <a:pt x="1827" y="5413"/>
                  </a:cubicBezTo>
                  <a:lnTo>
                    <a:pt x="1827" y="3775"/>
                  </a:lnTo>
                  <a:cubicBezTo>
                    <a:pt x="1827" y="3523"/>
                    <a:pt x="2016" y="3334"/>
                    <a:pt x="2268" y="3334"/>
                  </a:cubicBezTo>
                  <a:close/>
                  <a:moveTo>
                    <a:pt x="2893" y="1"/>
                  </a:moveTo>
                  <a:cubicBezTo>
                    <a:pt x="2822" y="1"/>
                    <a:pt x="2748" y="18"/>
                    <a:pt x="2678" y="57"/>
                  </a:cubicBezTo>
                  <a:lnTo>
                    <a:pt x="221" y="1727"/>
                  </a:lnTo>
                  <a:cubicBezTo>
                    <a:pt x="95" y="1790"/>
                    <a:pt x="0" y="1916"/>
                    <a:pt x="0" y="2073"/>
                  </a:cubicBezTo>
                  <a:lnTo>
                    <a:pt x="0" y="7870"/>
                  </a:lnTo>
                  <a:cubicBezTo>
                    <a:pt x="0" y="8091"/>
                    <a:pt x="221" y="8248"/>
                    <a:pt x="410" y="8248"/>
                  </a:cubicBezTo>
                  <a:lnTo>
                    <a:pt x="12255" y="8248"/>
                  </a:lnTo>
                  <a:cubicBezTo>
                    <a:pt x="12507" y="8248"/>
                    <a:pt x="12665" y="8059"/>
                    <a:pt x="12665" y="7870"/>
                  </a:cubicBezTo>
                  <a:lnTo>
                    <a:pt x="12665" y="2073"/>
                  </a:lnTo>
                  <a:cubicBezTo>
                    <a:pt x="12697" y="1884"/>
                    <a:pt x="12507" y="1664"/>
                    <a:pt x="12287" y="1664"/>
                  </a:cubicBezTo>
                  <a:lnTo>
                    <a:pt x="5797" y="1664"/>
                  </a:lnTo>
                  <a:lnTo>
                    <a:pt x="5797" y="404"/>
                  </a:lnTo>
                  <a:cubicBezTo>
                    <a:pt x="5797" y="166"/>
                    <a:pt x="5600" y="1"/>
                    <a:pt x="5382" y="1"/>
                  </a:cubicBezTo>
                  <a:cubicBezTo>
                    <a:pt x="5311" y="1"/>
                    <a:pt x="5237" y="18"/>
                    <a:pt x="5167" y="57"/>
                  </a:cubicBezTo>
                  <a:lnTo>
                    <a:pt x="3308" y="1286"/>
                  </a:lnTo>
                  <a:lnTo>
                    <a:pt x="3308" y="404"/>
                  </a:lnTo>
                  <a:cubicBezTo>
                    <a:pt x="3308" y="166"/>
                    <a:pt x="3111" y="1"/>
                    <a:pt x="289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" name="Google Shape;407;p29"/>
            <p:cNvSpPr/>
            <p:nvPr/>
          </p:nvSpPr>
          <p:spPr>
            <a:xfrm>
              <a:off x="-59238525" y="3522625"/>
              <a:ext cx="20500" cy="20500"/>
            </a:xfrm>
            <a:custGeom>
              <a:rect b="b" l="l" r="r" t="t"/>
              <a:pathLst>
                <a:path extrusionOk="0" h="820" w="820">
                  <a:moveTo>
                    <a:pt x="0" y="1"/>
                  </a:moveTo>
                  <a:lnTo>
                    <a:pt x="0" y="820"/>
                  </a:lnTo>
                  <a:lnTo>
                    <a:pt x="820" y="820"/>
                  </a:lnTo>
                  <a:lnTo>
                    <a:pt x="82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8" name="Google Shape;408;p29"/>
            <p:cNvSpPr/>
            <p:nvPr/>
          </p:nvSpPr>
          <p:spPr>
            <a:xfrm>
              <a:off x="-59292875" y="3308975"/>
              <a:ext cx="106350" cy="41400"/>
            </a:xfrm>
            <a:custGeom>
              <a:rect b="b" l="l" r="r" t="t"/>
              <a:pathLst>
                <a:path extrusionOk="0" h="1656" w="4254">
                  <a:moveTo>
                    <a:pt x="1305" y="1"/>
                  </a:moveTo>
                  <a:cubicBezTo>
                    <a:pt x="904" y="1"/>
                    <a:pt x="497" y="175"/>
                    <a:pt x="158" y="545"/>
                  </a:cubicBezTo>
                  <a:cubicBezTo>
                    <a:pt x="1" y="702"/>
                    <a:pt x="64" y="986"/>
                    <a:pt x="221" y="1143"/>
                  </a:cubicBezTo>
                  <a:cubicBezTo>
                    <a:pt x="311" y="1218"/>
                    <a:pt x="409" y="1258"/>
                    <a:pt x="503" y="1258"/>
                  </a:cubicBezTo>
                  <a:cubicBezTo>
                    <a:pt x="606" y="1258"/>
                    <a:pt x="706" y="1210"/>
                    <a:pt x="788" y="1112"/>
                  </a:cubicBezTo>
                  <a:cubicBezTo>
                    <a:pt x="946" y="938"/>
                    <a:pt x="1127" y="852"/>
                    <a:pt x="1308" y="852"/>
                  </a:cubicBezTo>
                  <a:cubicBezTo>
                    <a:pt x="1489" y="852"/>
                    <a:pt x="1670" y="938"/>
                    <a:pt x="1828" y="1112"/>
                  </a:cubicBezTo>
                  <a:cubicBezTo>
                    <a:pt x="2150" y="1466"/>
                    <a:pt x="2562" y="1655"/>
                    <a:pt x="2977" y="1655"/>
                  </a:cubicBezTo>
                  <a:cubicBezTo>
                    <a:pt x="3374" y="1655"/>
                    <a:pt x="3773" y="1482"/>
                    <a:pt x="4096" y="1112"/>
                  </a:cubicBezTo>
                  <a:cubicBezTo>
                    <a:pt x="4254" y="954"/>
                    <a:pt x="4222" y="671"/>
                    <a:pt x="4065" y="513"/>
                  </a:cubicBezTo>
                  <a:cubicBezTo>
                    <a:pt x="3990" y="438"/>
                    <a:pt x="3886" y="399"/>
                    <a:pt x="3781" y="399"/>
                  </a:cubicBezTo>
                  <a:cubicBezTo>
                    <a:pt x="3665" y="399"/>
                    <a:pt x="3549" y="446"/>
                    <a:pt x="3466" y="545"/>
                  </a:cubicBezTo>
                  <a:cubicBezTo>
                    <a:pt x="3309" y="734"/>
                    <a:pt x="3135" y="828"/>
                    <a:pt x="2962" y="828"/>
                  </a:cubicBezTo>
                  <a:cubicBezTo>
                    <a:pt x="2789" y="828"/>
                    <a:pt x="2616" y="734"/>
                    <a:pt x="2458" y="545"/>
                  </a:cubicBezTo>
                  <a:cubicBezTo>
                    <a:pt x="2136" y="191"/>
                    <a:pt x="1724" y="1"/>
                    <a:pt x="130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9" name="Google Shape;409;p29"/>
            <p:cNvSpPr/>
            <p:nvPr/>
          </p:nvSpPr>
          <p:spPr>
            <a:xfrm>
              <a:off x="-59214100" y="3371400"/>
              <a:ext cx="62225" cy="68550"/>
            </a:xfrm>
            <a:custGeom>
              <a:rect b="b" l="l" r="r" t="t"/>
              <a:pathLst>
                <a:path extrusionOk="0" h="2742" w="2489">
                  <a:moveTo>
                    <a:pt x="410" y="1"/>
                  </a:moveTo>
                  <a:cubicBezTo>
                    <a:pt x="158" y="1"/>
                    <a:pt x="0" y="190"/>
                    <a:pt x="0" y="379"/>
                  </a:cubicBezTo>
                  <a:lnTo>
                    <a:pt x="0" y="2742"/>
                  </a:lnTo>
                  <a:lnTo>
                    <a:pt x="2489" y="2742"/>
                  </a:lnTo>
                  <a:lnTo>
                    <a:pt x="2489" y="379"/>
                  </a:lnTo>
                  <a:cubicBezTo>
                    <a:pt x="2458" y="190"/>
                    <a:pt x="2268" y="1"/>
                    <a:pt x="204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0" name="Google Shape;410;p29"/>
            <p:cNvSpPr/>
            <p:nvPr/>
          </p:nvSpPr>
          <p:spPr>
            <a:xfrm>
              <a:off x="-59297600" y="3392600"/>
              <a:ext cx="62250" cy="48150"/>
            </a:xfrm>
            <a:custGeom>
              <a:rect b="b" l="l" r="r" t="t"/>
              <a:pathLst>
                <a:path extrusionOk="0" h="1926" w="2490">
                  <a:moveTo>
                    <a:pt x="387" y="0"/>
                  </a:moveTo>
                  <a:cubicBezTo>
                    <a:pt x="163" y="0"/>
                    <a:pt x="1" y="177"/>
                    <a:pt x="1" y="382"/>
                  </a:cubicBezTo>
                  <a:lnTo>
                    <a:pt x="1" y="1925"/>
                  </a:lnTo>
                  <a:lnTo>
                    <a:pt x="2489" y="1925"/>
                  </a:lnTo>
                  <a:lnTo>
                    <a:pt x="2489" y="382"/>
                  </a:lnTo>
                  <a:cubicBezTo>
                    <a:pt x="2489" y="161"/>
                    <a:pt x="2300" y="4"/>
                    <a:pt x="2080" y="4"/>
                  </a:cubicBezTo>
                  <a:lnTo>
                    <a:pt x="442" y="4"/>
                  </a:lnTo>
                  <a:cubicBezTo>
                    <a:pt x="423" y="1"/>
                    <a:pt x="405" y="0"/>
                    <a:pt x="38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11" name="Google Shape;411;p29"/>
          <p:cNvGrpSpPr/>
          <p:nvPr/>
        </p:nvGrpSpPr>
        <p:grpSpPr>
          <a:xfrm>
            <a:off x="704430" y="1453872"/>
            <a:ext cx="2826037" cy="3282588"/>
            <a:chOff x="1776050" y="238125"/>
            <a:chExt cx="4458175" cy="5178400"/>
          </a:xfrm>
        </p:grpSpPr>
        <p:sp>
          <p:nvSpPr>
            <p:cNvPr id="412" name="Google Shape;412;p29"/>
            <p:cNvSpPr/>
            <p:nvPr/>
          </p:nvSpPr>
          <p:spPr>
            <a:xfrm>
              <a:off x="3200400" y="1682600"/>
              <a:ext cx="3033825" cy="2832650"/>
            </a:xfrm>
            <a:custGeom>
              <a:rect b="b" l="l" r="r" t="t"/>
              <a:pathLst>
                <a:path extrusionOk="0" h="113306" w="121353">
                  <a:moveTo>
                    <a:pt x="121353" y="0"/>
                  </a:moveTo>
                  <a:lnTo>
                    <a:pt x="91095" y="644"/>
                  </a:lnTo>
                  <a:lnTo>
                    <a:pt x="91095" y="11588"/>
                  </a:lnTo>
                  <a:lnTo>
                    <a:pt x="67919" y="11105"/>
                  </a:lnTo>
                  <a:lnTo>
                    <a:pt x="67919" y="22371"/>
                  </a:lnTo>
                  <a:lnTo>
                    <a:pt x="45709" y="22371"/>
                  </a:lnTo>
                  <a:lnTo>
                    <a:pt x="45709" y="33638"/>
                  </a:lnTo>
                  <a:lnTo>
                    <a:pt x="22855" y="33638"/>
                  </a:lnTo>
                  <a:lnTo>
                    <a:pt x="22855" y="44904"/>
                  </a:lnTo>
                  <a:lnTo>
                    <a:pt x="1" y="44904"/>
                  </a:lnTo>
                  <a:lnTo>
                    <a:pt x="1" y="113305"/>
                  </a:lnTo>
                  <a:lnTo>
                    <a:pt x="121353" y="54078"/>
                  </a:lnTo>
                  <a:lnTo>
                    <a:pt x="12135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3" name="Google Shape;413;p29"/>
            <p:cNvSpPr/>
            <p:nvPr/>
          </p:nvSpPr>
          <p:spPr>
            <a:xfrm>
              <a:off x="1776050" y="2105075"/>
              <a:ext cx="1424375" cy="2410175"/>
            </a:xfrm>
            <a:custGeom>
              <a:rect b="b" l="l" r="r" t="t"/>
              <a:pathLst>
                <a:path extrusionOk="0" h="96407" w="56975">
                  <a:moveTo>
                    <a:pt x="1" y="0"/>
                  </a:moveTo>
                  <a:lnTo>
                    <a:pt x="1" y="64861"/>
                  </a:lnTo>
                  <a:lnTo>
                    <a:pt x="56975" y="96406"/>
                  </a:lnTo>
                  <a:lnTo>
                    <a:pt x="56975" y="2800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4" name="Google Shape;414;p29"/>
            <p:cNvSpPr/>
            <p:nvPr/>
          </p:nvSpPr>
          <p:spPr>
            <a:xfrm>
              <a:off x="2347400" y="1823425"/>
              <a:ext cx="1995750" cy="700125"/>
            </a:xfrm>
            <a:custGeom>
              <a:rect b="b" l="l" r="r" t="t"/>
              <a:pathLst>
                <a:path extrusionOk="0" h="28005" w="79830">
                  <a:moveTo>
                    <a:pt x="1" y="0"/>
                  </a:moveTo>
                  <a:lnTo>
                    <a:pt x="56975" y="28005"/>
                  </a:lnTo>
                  <a:lnTo>
                    <a:pt x="79829" y="28005"/>
                  </a:lnTo>
                  <a:lnTo>
                    <a:pt x="2317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5" name="Google Shape;415;p29"/>
            <p:cNvSpPr/>
            <p:nvPr/>
          </p:nvSpPr>
          <p:spPr>
            <a:xfrm>
              <a:off x="2926800" y="1533725"/>
              <a:ext cx="1416350" cy="989825"/>
            </a:xfrm>
            <a:custGeom>
              <a:rect b="b" l="l" r="r" t="t"/>
              <a:pathLst>
                <a:path extrusionOk="0" h="39593" w="56654">
                  <a:moveTo>
                    <a:pt x="1" y="0"/>
                  </a:moveTo>
                  <a:lnTo>
                    <a:pt x="1" y="11588"/>
                  </a:lnTo>
                  <a:lnTo>
                    <a:pt x="56653" y="39593"/>
                  </a:lnTo>
                  <a:lnTo>
                    <a:pt x="56653" y="28487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99999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6" name="Google Shape;416;p29"/>
            <p:cNvSpPr/>
            <p:nvPr/>
          </p:nvSpPr>
          <p:spPr>
            <a:xfrm>
              <a:off x="1776050" y="2105075"/>
              <a:ext cx="1995750" cy="700125"/>
            </a:xfrm>
            <a:custGeom>
              <a:rect b="b" l="l" r="r" t="t"/>
              <a:pathLst>
                <a:path extrusionOk="0" h="28005" w="79830">
                  <a:moveTo>
                    <a:pt x="1" y="0"/>
                  </a:moveTo>
                  <a:lnTo>
                    <a:pt x="56975" y="28005"/>
                  </a:lnTo>
                  <a:lnTo>
                    <a:pt x="79829" y="28005"/>
                  </a:lnTo>
                  <a:lnTo>
                    <a:pt x="22855" y="0"/>
                  </a:lnTo>
                  <a:close/>
                </a:path>
              </a:pathLst>
            </a:custGeom>
            <a:solidFill>
              <a:srgbClr val="57575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7" name="Google Shape;417;p29"/>
            <p:cNvSpPr/>
            <p:nvPr/>
          </p:nvSpPr>
          <p:spPr>
            <a:xfrm>
              <a:off x="2347400" y="1823425"/>
              <a:ext cx="1424400" cy="981775"/>
            </a:xfrm>
            <a:custGeom>
              <a:rect b="b" l="l" r="r" t="t"/>
              <a:pathLst>
                <a:path extrusionOk="0" h="39271" w="56976">
                  <a:moveTo>
                    <a:pt x="1" y="0"/>
                  </a:moveTo>
                  <a:lnTo>
                    <a:pt x="1" y="11266"/>
                  </a:lnTo>
                  <a:lnTo>
                    <a:pt x="56975" y="39271"/>
                  </a:lnTo>
                  <a:lnTo>
                    <a:pt x="56975" y="2800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99999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8" name="Google Shape;418;p29"/>
            <p:cNvSpPr/>
            <p:nvPr/>
          </p:nvSpPr>
          <p:spPr>
            <a:xfrm>
              <a:off x="2926800" y="1529700"/>
              <a:ext cx="1971600" cy="716225"/>
            </a:xfrm>
            <a:custGeom>
              <a:rect b="b" l="l" r="r" t="t"/>
              <a:pathLst>
                <a:path extrusionOk="0" h="28649" w="78864">
                  <a:moveTo>
                    <a:pt x="22211" y="0"/>
                  </a:moveTo>
                  <a:lnTo>
                    <a:pt x="1" y="161"/>
                  </a:lnTo>
                  <a:lnTo>
                    <a:pt x="56653" y="28648"/>
                  </a:lnTo>
                  <a:lnTo>
                    <a:pt x="78863" y="28648"/>
                  </a:lnTo>
                  <a:lnTo>
                    <a:pt x="2221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9" name="Google Shape;419;p29"/>
            <p:cNvSpPr/>
            <p:nvPr/>
          </p:nvSpPr>
          <p:spPr>
            <a:xfrm>
              <a:off x="3482075" y="1252075"/>
              <a:ext cx="1416325" cy="989825"/>
            </a:xfrm>
            <a:custGeom>
              <a:rect b="b" l="l" r="r" t="t"/>
              <a:pathLst>
                <a:path extrusionOk="0" h="39593" w="56653">
                  <a:moveTo>
                    <a:pt x="0" y="0"/>
                  </a:moveTo>
                  <a:lnTo>
                    <a:pt x="0" y="11105"/>
                  </a:lnTo>
                  <a:lnTo>
                    <a:pt x="56652" y="39592"/>
                  </a:lnTo>
                  <a:lnTo>
                    <a:pt x="56652" y="284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9999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0" name="Google Shape;420;p29"/>
            <p:cNvSpPr/>
            <p:nvPr/>
          </p:nvSpPr>
          <p:spPr>
            <a:xfrm>
              <a:off x="3482075" y="1256100"/>
              <a:ext cx="1995725" cy="716225"/>
            </a:xfrm>
            <a:custGeom>
              <a:rect b="b" l="l" r="r" t="t"/>
              <a:pathLst>
                <a:path extrusionOk="0" h="28649" w="79829">
                  <a:moveTo>
                    <a:pt x="0" y="0"/>
                  </a:moveTo>
                  <a:lnTo>
                    <a:pt x="56652" y="28326"/>
                  </a:lnTo>
                  <a:lnTo>
                    <a:pt x="79828" y="28648"/>
                  </a:lnTo>
                  <a:lnTo>
                    <a:pt x="23176" y="64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1" name="Google Shape;421;p29"/>
            <p:cNvSpPr/>
            <p:nvPr/>
          </p:nvSpPr>
          <p:spPr>
            <a:xfrm>
              <a:off x="4061475" y="978450"/>
              <a:ext cx="2172750" cy="720250"/>
            </a:xfrm>
            <a:custGeom>
              <a:rect b="b" l="l" r="r" t="t"/>
              <a:pathLst>
                <a:path extrusionOk="0" h="28810" w="86910">
                  <a:moveTo>
                    <a:pt x="26878" y="1"/>
                  </a:moveTo>
                  <a:lnTo>
                    <a:pt x="0" y="645"/>
                  </a:lnTo>
                  <a:lnTo>
                    <a:pt x="56652" y="28810"/>
                  </a:lnTo>
                  <a:lnTo>
                    <a:pt x="86910" y="28166"/>
                  </a:lnTo>
                  <a:lnTo>
                    <a:pt x="2687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2" name="Google Shape;422;p29"/>
            <p:cNvSpPr/>
            <p:nvPr/>
          </p:nvSpPr>
          <p:spPr>
            <a:xfrm>
              <a:off x="4061475" y="994550"/>
              <a:ext cx="1416325" cy="977775"/>
            </a:xfrm>
            <a:custGeom>
              <a:rect b="b" l="l" r="r" t="t"/>
              <a:pathLst>
                <a:path extrusionOk="0" h="39111" w="56653">
                  <a:moveTo>
                    <a:pt x="0" y="1"/>
                  </a:moveTo>
                  <a:lnTo>
                    <a:pt x="0" y="11106"/>
                  </a:lnTo>
                  <a:lnTo>
                    <a:pt x="56652" y="39110"/>
                  </a:lnTo>
                  <a:lnTo>
                    <a:pt x="56652" y="28166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99999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3" name="Google Shape;423;p29"/>
            <p:cNvSpPr/>
            <p:nvPr/>
          </p:nvSpPr>
          <p:spPr>
            <a:xfrm>
              <a:off x="5031150" y="270300"/>
              <a:ext cx="277650" cy="1122625"/>
            </a:xfrm>
            <a:custGeom>
              <a:rect b="b" l="l" r="r" t="t"/>
              <a:pathLst>
                <a:path extrusionOk="0" h="44905" w="11106">
                  <a:moveTo>
                    <a:pt x="1" y="1"/>
                  </a:moveTo>
                  <a:lnTo>
                    <a:pt x="1" y="44904"/>
                  </a:lnTo>
                  <a:lnTo>
                    <a:pt x="11106" y="44743"/>
                  </a:lnTo>
                  <a:lnTo>
                    <a:pt x="788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4" name="Google Shape;424;p29"/>
            <p:cNvSpPr/>
            <p:nvPr/>
          </p:nvSpPr>
          <p:spPr>
            <a:xfrm>
              <a:off x="4842050" y="238125"/>
              <a:ext cx="189125" cy="1154800"/>
            </a:xfrm>
            <a:custGeom>
              <a:rect b="b" l="l" r="r" t="t"/>
              <a:pathLst>
                <a:path extrusionOk="0" h="46192" w="7565">
                  <a:moveTo>
                    <a:pt x="2736" y="0"/>
                  </a:moveTo>
                  <a:lnTo>
                    <a:pt x="0" y="42489"/>
                  </a:lnTo>
                  <a:lnTo>
                    <a:pt x="7565" y="46191"/>
                  </a:lnTo>
                  <a:lnTo>
                    <a:pt x="7565" y="1288"/>
                  </a:lnTo>
                  <a:lnTo>
                    <a:pt x="273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5" name="Google Shape;425;p29"/>
            <p:cNvSpPr/>
            <p:nvPr/>
          </p:nvSpPr>
          <p:spPr>
            <a:xfrm>
              <a:off x="4910450" y="238125"/>
              <a:ext cx="317875" cy="32200"/>
            </a:xfrm>
            <a:custGeom>
              <a:rect b="b" l="l" r="r" t="t"/>
              <a:pathLst>
                <a:path extrusionOk="0" h="1288" w="12715">
                  <a:moveTo>
                    <a:pt x="0" y="0"/>
                  </a:moveTo>
                  <a:lnTo>
                    <a:pt x="4829" y="1288"/>
                  </a:lnTo>
                  <a:lnTo>
                    <a:pt x="12715" y="1288"/>
                  </a:lnTo>
                  <a:lnTo>
                    <a:pt x="7404" y="0"/>
                  </a:lnTo>
                  <a:close/>
                </a:path>
              </a:pathLst>
            </a:custGeom>
            <a:solidFill>
              <a:srgbClr val="57575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6" name="Google Shape;426;p29"/>
            <p:cNvSpPr/>
            <p:nvPr/>
          </p:nvSpPr>
          <p:spPr>
            <a:xfrm>
              <a:off x="3663125" y="2925900"/>
              <a:ext cx="865100" cy="1364025"/>
            </a:xfrm>
            <a:custGeom>
              <a:rect b="b" l="l" r="r" t="t"/>
              <a:pathLst>
                <a:path extrusionOk="0" h="54561" w="34604">
                  <a:moveTo>
                    <a:pt x="34604" y="0"/>
                  </a:moveTo>
                  <a:lnTo>
                    <a:pt x="1" y="16738"/>
                  </a:lnTo>
                  <a:lnTo>
                    <a:pt x="1" y="54560"/>
                  </a:lnTo>
                  <a:lnTo>
                    <a:pt x="34443" y="37822"/>
                  </a:lnTo>
                  <a:lnTo>
                    <a:pt x="34604" y="0"/>
                  </a:lnTo>
                  <a:close/>
                </a:path>
              </a:pathLst>
            </a:custGeom>
            <a:solidFill>
              <a:srgbClr val="57575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7" name="Google Shape;427;p29"/>
            <p:cNvSpPr/>
            <p:nvPr/>
          </p:nvSpPr>
          <p:spPr>
            <a:xfrm>
              <a:off x="3663125" y="3803050"/>
              <a:ext cx="861075" cy="486875"/>
            </a:xfrm>
            <a:custGeom>
              <a:rect b="b" l="l" r="r" t="t"/>
              <a:pathLst>
                <a:path extrusionOk="0" h="19475" w="34443">
                  <a:moveTo>
                    <a:pt x="34443" y="0"/>
                  </a:moveTo>
                  <a:lnTo>
                    <a:pt x="1" y="16738"/>
                  </a:lnTo>
                  <a:lnTo>
                    <a:pt x="1" y="19474"/>
                  </a:lnTo>
                  <a:lnTo>
                    <a:pt x="34443" y="2736"/>
                  </a:lnTo>
                  <a:lnTo>
                    <a:pt x="34443" y="0"/>
                  </a:lnTo>
                  <a:close/>
                </a:path>
              </a:pathLst>
            </a:custGeom>
            <a:solidFill>
              <a:srgbClr val="79797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8" name="Google Shape;428;p29"/>
            <p:cNvSpPr/>
            <p:nvPr/>
          </p:nvSpPr>
          <p:spPr>
            <a:xfrm>
              <a:off x="3663125" y="3678300"/>
              <a:ext cx="861075" cy="482875"/>
            </a:xfrm>
            <a:custGeom>
              <a:rect b="b" l="l" r="r" t="t"/>
              <a:pathLst>
                <a:path extrusionOk="0" h="19315" w="34443">
                  <a:moveTo>
                    <a:pt x="34443" y="1"/>
                  </a:moveTo>
                  <a:lnTo>
                    <a:pt x="1" y="16739"/>
                  </a:lnTo>
                  <a:lnTo>
                    <a:pt x="1" y="19314"/>
                  </a:lnTo>
                  <a:lnTo>
                    <a:pt x="34443" y="2576"/>
                  </a:lnTo>
                  <a:lnTo>
                    <a:pt x="34443" y="1"/>
                  </a:lnTo>
                  <a:close/>
                </a:path>
              </a:pathLst>
            </a:custGeom>
            <a:solidFill>
              <a:srgbClr val="79797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9" name="Google Shape;429;p29"/>
            <p:cNvSpPr/>
            <p:nvPr/>
          </p:nvSpPr>
          <p:spPr>
            <a:xfrm>
              <a:off x="3663125" y="3553575"/>
              <a:ext cx="861075" cy="482850"/>
            </a:xfrm>
            <a:custGeom>
              <a:rect b="b" l="l" r="r" t="t"/>
              <a:pathLst>
                <a:path extrusionOk="0" h="19314" w="34443">
                  <a:moveTo>
                    <a:pt x="34443" y="0"/>
                  </a:moveTo>
                  <a:lnTo>
                    <a:pt x="1" y="16739"/>
                  </a:lnTo>
                  <a:lnTo>
                    <a:pt x="1" y="19314"/>
                  </a:lnTo>
                  <a:lnTo>
                    <a:pt x="34443" y="2576"/>
                  </a:lnTo>
                  <a:lnTo>
                    <a:pt x="34443" y="0"/>
                  </a:lnTo>
                  <a:close/>
                </a:path>
              </a:pathLst>
            </a:custGeom>
            <a:solidFill>
              <a:srgbClr val="79797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0" name="Google Shape;430;p29"/>
            <p:cNvSpPr/>
            <p:nvPr/>
          </p:nvSpPr>
          <p:spPr>
            <a:xfrm>
              <a:off x="3663125" y="3428850"/>
              <a:ext cx="861075" cy="482850"/>
            </a:xfrm>
            <a:custGeom>
              <a:rect b="b" l="l" r="r" t="t"/>
              <a:pathLst>
                <a:path extrusionOk="0" h="19314" w="34443">
                  <a:moveTo>
                    <a:pt x="34443" y="0"/>
                  </a:moveTo>
                  <a:lnTo>
                    <a:pt x="1" y="16577"/>
                  </a:lnTo>
                  <a:lnTo>
                    <a:pt x="1" y="19314"/>
                  </a:lnTo>
                  <a:lnTo>
                    <a:pt x="34443" y="2575"/>
                  </a:lnTo>
                  <a:lnTo>
                    <a:pt x="34443" y="0"/>
                  </a:lnTo>
                  <a:close/>
                </a:path>
              </a:pathLst>
            </a:custGeom>
            <a:solidFill>
              <a:srgbClr val="79797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1" name="Google Shape;431;p29"/>
            <p:cNvSpPr/>
            <p:nvPr/>
          </p:nvSpPr>
          <p:spPr>
            <a:xfrm>
              <a:off x="3663125" y="3300075"/>
              <a:ext cx="861075" cy="486900"/>
            </a:xfrm>
            <a:custGeom>
              <a:rect b="b" l="l" r="r" t="t"/>
              <a:pathLst>
                <a:path extrusionOk="0" h="19476" w="34443">
                  <a:moveTo>
                    <a:pt x="34443" y="1"/>
                  </a:moveTo>
                  <a:lnTo>
                    <a:pt x="1" y="16739"/>
                  </a:lnTo>
                  <a:lnTo>
                    <a:pt x="1" y="19475"/>
                  </a:lnTo>
                  <a:lnTo>
                    <a:pt x="34443" y="2737"/>
                  </a:lnTo>
                  <a:lnTo>
                    <a:pt x="34443" y="1"/>
                  </a:lnTo>
                  <a:close/>
                </a:path>
              </a:pathLst>
            </a:custGeom>
            <a:solidFill>
              <a:srgbClr val="79797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2" name="Google Shape;432;p29"/>
            <p:cNvSpPr/>
            <p:nvPr/>
          </p:nvSpPr>
          <p:spPr>
            <a:xfrm>
              <a:off x="3663125" y="3175350"/>
              <a:ext cx="861075" cy="482850"/>
            </a:xfrm>
            <a:custGeom>
              <a:rect b="b" l="l" r="r" t="t"/>
              <a:pathLst>
                <a:path extrusionOk="0" h="19314" w="34443">
                  <a:moveTo>
                    <a:pt x="34443" y="1"/>
                  </a:moveTo>
                  <a:lnTo>
                    <a:pt x="1" y="16739"/>
                  </a:lnTo>
                  <a:lnTo>
                    <a:pt x="1" y="19314"/>
                  </a:lnTo>
                  <a:lnTo>
                    <a:pt x="34443" y="2576"/>
                  </a:lnTo>
                  <a:lnTo>
                    <a:pt x="34443" y="1"/>
                  </a:lnTo>
                  <a:close/>
                </a:path>
              </a:pathLst>
            </a:custGeom>
            <a:solidFill>
              <a:srgbClr val="79797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3" name="Google Shape;433;p29"/>
            <p:cNvSpPr/>
            <p:nvPr/>
          </p:nvSpPr>
          <p:spPr>
            <a:xfrm>
              <a:off x="3663125" y="3050625"/>
              <a:ext cx="861075" cy="482850"/>
            </a:xfrm>
            <a:custGeom>
              <a:rect b="b" l="l" r="r" t="t"/>
              <a:pathLst>
                <a:path extrusionOk="0" h="19314" w="34443">
                  <a:moveTo>
                    <a:pt x="34443" y="0"/>
                  </a:moveTo>
                  <a:lnTo>
                    <a:pt x="1" y="16739"/>
                  </a:lnTo>
                  <a:lnTo>
                    <a:pt x="1" y="19314"/>
                  </a:lnTo>
                  <a:lnTo>
                    <a:pt x="34443" y="2575"/>
                  </a:lnTo>
                  <a:lnTo>
                    <a:pt x="34443" y="0"/>
                  </a:lnTo>
                  <a:close/>
                </a:path>
              </a:pathLst>
            </a:custGeom>
            <a:solidFill>
              <a:srgbClr val="79797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4" name="Google Shape;434;p29"/>
            <p:cNvSpPr/>
            <p:nvPr/>
          </p:nvSpPr>
          <p:spPr>
            <a:xfrm>
              <a:off x="3663125" y="2925900"/>
              <a:ext cx="861075" cy="482850"/>
            </a:xfrm>
            <a:custGeom>
              <a:rect b="b" l="l" r="r" t="t"/>
              <a:pathLst>
                <a:path extrusionOk="0" h="19314" w="34443">
                  <a:moveTo>
                    <a:pt x="34443" y="0"/>
                  </a:moveTo>
                  <a:lnTo>
                    <a:pt x="1" y="16577"/>
                  </a:lnTo>
                  <a:lnTo>
                    <a:pt x="1" y="19313"/>
                  </a:lnTo>
                  <a:lnTo>
                    <a:pt x="34443" y="2575"/>
                  </a:lnTo>
                  <a:lnTo>
                    <a:pt x="34443" y="0"/>
                  </a:lnTo>
                  <a:close/>
                </a:path>
              </a:pathLst>
            </a:custGeom>
            <a:solidFill>
              <a:srgbClr val="79797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5" name="Google Shape;435;p29"/>
            <p:cNvSpPr/>
            <p:nvPr/>
          </p:nvSpPr>
          <p:spPr>
            <a:xfrm>
              <a:off x="5151850" y="2286125"/>
              <a:ext cx="804750" cy="1271500"/>
            </a:xfrm>
            <a:custGeom>
              <a:rect b="b" l="l" r="r" t="t"/>
              <a:pathLst>
                <a:path extrusionOk="0" h="50860" w="32190">
                  <a:moveTo>
                    <a:pt x="32190" y="1"/>
                  </a:moveTo>
                  <a:lnTo>
                    <a:pt x="1" y="15612"/>
                  </a:lnTo>
                  <a:lnTo>
                    <a:pt x="1" y="50859"/>
                  </a:lnTo>
                  <a:lnTo>
                    <a:pt x="32190" y="35248"/>
                  </a:lnTo>
                  <a:lnTo>
                    <a:pt x="32190" y="1"/>
                  </a:lnTo>
                  <a:close/>
                </a:path>
              </a:pathLst>
            </a:custGeom>
            <a:solidFill>
              <a:srgbClr val="57575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6" name="Google Shape;436;p29"/>
            <p:cNvSpPr/>
            <p:nvPr/>
          </p:nvSpPr>
          <p:spPr>
            <a:xfrm>
              <a:off x="5151850" y="3106950"/>
              <a:ext cx="804750" cy="450675"/>
            </a:xfrm>
            <a:custGeom>
              <a:rect b="b" l="l" r="r" t="t"/>
              <a:pathLst>
                <a:path extrusionOk="0" h="18027" w="32190">
                  <a:moveTo>
                    <a:pt x="32190" y="1"/>
                  </a:moveTo>
                  <a:lnTo>
                    <a:pt x="1" y="15612"/>
                  </a:lnTo>
                  <a:lnTo>
                    <a:pt x="1" y="18026"/>
                  </a:lnTo>
                  <a:lnTo>
                    <a:pt x="32190" y="2415"/>
                  </a:lnTo>
                  <a:lnTo>
                    <a:pt x="32190" y="1"/>
                  </a:lnTo>
                  <a:close/>
                </a:path>
              </a:pathLst>
            </a:custGeom>
            <a:solidFill>
              <a:srgbClr val="79797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7" name="Google Shape;437;p29"/>
            <p:cNvSpPr/>
            <p:nvPr/>
          </p:nvSpPr>
          <p:spPr>
            <a:xfrm>
              <a:off x="5151850" y="2990275"/>
              <a:ext cx="804750" cy="450650"/>
            </a:xfrm>
            <a:custGeom>
              <a:rect b="b" l="l" r="r" t="t"/>
              <a:pathLst>
                <a:path extrusionOk="0" h="18026" w="32190">
                  <a:moveTo>
                    <a:pt x="32190" y="0"/>
                  </a:moveTo>
                  <a:lnTo>
                    <a:pt x="1" y="15612"/>
                  </a:lnTo>
                  <a:lnTo>
                    <a:pt x="1" y="18026"/>
                  </a:lnTo>
                  <a:lnTo>
                    <a:pt x="32190" y="2414"/>
                  </a:lnTo>
                  <a:lnTo>
                    <a:pt x="32190" y="0"/>
                  </a:lnTo>
                  <a:close/>
                </a:path>
              </a:pathLst>
            </a:custGeom>
            <a:solidFill>
              <a:srgbClr val="79797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8" name="Google Shape;438;p29"/>
            <p:cNvSpPr/>
            <p:nvPr/>
          </p:nvSpPr>
          <p:spPr>
            <a:xfrm>
              <a:off x="5151850" y="2869550"/>
              <a:ext cx="804750" cy="454700"/>
            </a:xfrm>
            <a:custGeom>
              <a:rect b="b" l="l" r="r" t="t"/>
              <a:pathLst>
                <a:path extrusionOk="0" h="18188" w="32190">
                  <a:moveTo>
                    <a:pt x="32190" y="1"/>
                  </a:moveTo>
                  <a:lnTo>
                    <a:pt x="1" y="15612"/>
                  </a:lnTo>
                  <a:lnTo>
                    <a:pt x="1" y="18188"/>
                  </a:lnTo>
                  <a:lnTo>
                    <a:pt x="32190" y="2576"/>
                  </a:lnTo>
                  <a:lnTo>
                    <a:pt x="32190" y="1"/>
                  </a:lnTo>
                  <a:close/>
                </a:path>
              </a:pathLst>
            </a:custGeom>
            <a:solidFill>
              <a:srgbClr val="79797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9" name="Google Shape;439;p29"/>
            <p:cNvSpPr/>
            <p:nvPr/>
          </p:nvSpPr>
          <p:spPr>
            <a:xfrm>
              <a:off x="5151850" y="2752875"/>
              <a:ext cx="804750" cy="454700"/>
            </a:xfrm>
            <a:custGeom>
              <a:rect b="b" l="l" r="r" t="t"/>
              <a:pathLst>
                <a:path extrusionOk="0" h="18188" w="32190">
                  <a:moveTo>
                    <a:pt x="32190" y="0"/>
                  </a:moveTo>
                  <a:lnTo>
                    <a:pt x="1" y="15612"/>
                  </a:lnTo>
                  <a:lnTo>
                    <a:pt x="1" y="18187"/>
                  </a:lnTo>
                  <a:lnTo>
                    <a:pt x="32190" y="2576"/>
                  </a:lnTo>
                  <a:lnTo>
                    <a:pt x="32190" y="0"/>
                  </a:lnTo>
                  <a:close/>
                </a:path>
              </a:pathLst>
            </a:custGeom>
            <a:solidFill>
              <a:srgbClr val="79797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0" name="Google Shape;440;p29"/>
            <p:cNvSpPr/>
            <p:nvPr/>
          </p:nvSpPr>
          <p:spPr>
            <a:xfrm>
              <a:off x="5151850" y="2636200"/>
              <a:ext cx="804750" cy="450650"/>
            </a:xfrm>
            <a:custGeom>
              <a:rect b="b" l="l" r="r" t="t"/>
              <a:pathLst>
                <a:path extrusionOk="0" h="18026" w="32190">
                  <a:moveTo>
                    <a:pt x="32190" y="0"/>
                  </a:moveTo>
                  <a:lnTo>
                    <a:pt x="1" y="15612"/>
                  </a:lnTo>
                  <a:lnTo>
                    <a:pt x="1" y="18026"/>
                  </a:lnTo>
                  <a:lnTo>
                    <a:pt x="32190" y="2414"/>
                  </a:lnTo>
                  <a:lnTo>
                    <a:pt x="32190" y="0"/>
                  </a:lnTo>
                  <a:close/>
                </a:path>
              </a:pathLst>
            </a:custGeom>
            <a:solidFill>
              <a:srgbClr val="79797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1" name="Google Shape;441;p29"/>
            <p:cNvSpPr/>
            <p:nvPr/>
          </p:nvSpPr>
          <p:spPr>
            <a:xfrm>
              <a:off x="5151850" y="2519500"/>
              <a:ext cx="804750" cy="450675"/>
            </a:xfrm>
            <a:custGeom>
              <a:rect b="b" l="l" r="r" t="t"/>
              <a:pathLst>
                <a:path extrusionOk="0" h="18027" w="32190">
                  <a:moveTo>
                    <a:pt x="32190" y="1"/>
                  </a:moveTo>
                  <a:lnTo>
                    <a:pt x="1" y="15612"/>
                  </a:lnTo>
                  <a:lnTo>
                    <a:pt x="1" y="18026"/>
                  </a:lnTo>
                  <a:lnTo>
                    <a:pt x="32190" y="2415"/>
                  </a:lnTo>
                  <a:lnTo>
                    <a:pt x="32190" y="1"/>
                  </a:lnTo>
                  <a:close/>
                </a:path>
              </a:pathLst>
            </a:custGeom>
            <a:solidFill>
              <a:srgbClr val="79797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2" name="Google Shape;442;p29"/>
            <p:cNvSpPr/>
            <p:nvPr/>
          </p:nvSpPr>
          <p:spPr>
            <a:xfrm>
              <a:off x="5151850" y="2402825"/>
              <a:ext cx="804750" cy="450675"/>
            </a:xfrm>
            <a:custGeom>
              <a:rect b="b" l="l" r="r" t="t"/>
              <a:pathLst>
                <a:path extrusionOk="0" h="18027" w="32190">
                  <a:moveTo>
                    <a:pt x="32190" y="0"/>
                  </a:moveTo>
                  <a:lnTo>
                    <a:pt x="1" y="15612"/>
                  </a:lnTo>
                  <a:lnTo>
                    <a:pt x="1" y="18026"/>
                  </a:lnTo>
                  <a:lnTo>
                    <a:pt x="32190" y="2414"/>
                  </a:lnTo>
                  <a:lnTo>
                    <a:pt x="32190" y="0"/>
                  </a:lnTo>
                  <a:close/>
                </a:path>
              </a:pathLst>
            </a:custGeom>
            <a:solidFill>
              <a:srgbClr val="79797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3" name="Google Shape;443;p29"/>
            <p:cNvSpPr/>
            <p:nvPr/>
          </p:nvSpPr>
          <p:spPr>
            <a:xfrm>
              <a:off x="5151850" y="2282100"/>
              <a:ext cx="804750" cy="454700"/>
            </a:xfrm>
            <a:custGeom>
              <a:rect b="b" l="l" r="r" t="t"/>
              <a:pathLst>
                <a:path extrusionOk="0" h="18188" w="32190">
                  <a:moveTo>
                    <a:pt x="32190" y="1"/>
                  </a:moveTo>
                  <a:lnTo>
                    <a:pt x="1" y="15773"/>
                  </a:lnTo>
                  <a:lnTo>
                    <a:pt x="1" y="18188"/>
                  </a:lnTo>
                  <a:lnTo>
                    <a:pt x="32190" y="2576"/>
                  </a:lnTo>
                  <a:lnTo>
                    <a:pt x="32190" y="1"/>
                  </a:lnTo>
                  <a:close/>
                </a:path>
              </a:pathLst>
            </a:custGeom>
            <a:solidFill>
              <a:srgbClr val="79797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4" name="Google Shape;444;p29"/>
            <p:cNvSpPr/>
            <p:nvPr/>
          </p:nvSpPr>
          <p:spPr>
            <a:xfrm>
              <a:off x="2697450" y="4503150"/>
              <a:ext cx="169025" cy="639775"/>
            </a:xfrm>
            <a:custGeom>
              <a:rect b="b" l="l" r="r" t="t"/>
              <a:pathLst>
                <a:path extrusionOk="0" h="25591" w="6761">
                  <a:moveTo>
                    <a:pt x="1" y="0"/>
                  </a:moveTo>
                  <a:lnTo>
                    <a:pt x="1" y="22050"/>
                  </a:lnTo>
                  <a:lnTo>
                    <a:pt x="1" y="25591"/>
                  </a:lnTo>
                  <a:lnTo>
                    <a:pt x="6761" y="25591"/>
                  </a:lnTo>
                  <a:lnTo>
                    <a:pt x="6761" y="644"/>
                  </a:lnTo>
                  <a:lnTo>
                    <a:pt x="6117" y="1127"/>
                  </a:lnTo>
                  <a:lnTo>
                    <a:pt x="5312" y="1610"/>
                  </a:lnTo>
                  <a:lnTo>
                    <a:pt x="4507" y="1771"/>
                  </a:lnTo>
                  <a:lnTo>
                    <a:pt x="3703" y="1932"/>
                  </a:lnTo>
                  <a:lnTo>
                    <a:pt x="2576" y="1771"/>
                  </a:lnTo>
                  <a:lnTo>
                    <a:pt x="1610" y="1449"/>
                  </a:lnTo>
                  <a:lnTo>
                    <a:pt x="645" y="80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5" name="Google Shape;445;p29"/>
            <p:cNvSpPr/>
            <p:nvPr/>
          </p:nvSpPr>
          <p:spPr>
            <a:xfrm>
              <a:off x="2174400" y="3259850"/>
              <a:ext cx="1271475" cy="1311725"/>
            </a:xfrm>
            <a:custGeom>
              <a:rect b="b" l="l" r="r" t="t"/>
              <a:pathLst>
                <a:path extrusionOk="0" h="52469" w="50859">
                  <a:moveTo>
                    <a:pt x="27843" y="0"/>
                  </a:moveTo>
                  <a:lnTo>
                    <a:pt x="27039" y="161"/>
                  </a:lnTo>
                  <a:lnTo>
                    <a:pt x="26395" y="161"/>
                  </a:lnTo>
                  <a:lnTo>
                    <a:pt x="25751" y="483"/>
                  </a:lnTo>
                  <a:lnTo>
                    <a:pt x="25107" y="805"/>
                  </a:lnTo>
                  <a:lnTo>
                    <a:pt x="23981" y="1610"/>
                  </a:lnTo>
                  <a:lnTo>
                    <a:pt x="23659" y="2254"/>
                  </a:lnTo>
                  <a:lnTo>
                    <a:pt x="23337" y="2737"/>
                  </a:lnTo>
                  <a:lnTo>
                    <a:pt x="22371" y="2254"/>
                  </a:lnTo>
                  <a:lnTo>
                    <a:pt x="21567" y="1932"/>
                  </a:lnTo>
                  <a:lnTo>
                    <a:pt x="20601" y="1610"/>
                  </a:lnTo>
                  <a:lnTo>
                    <a:pt x="19474" y="1610"/>
                  </a:lnTo>
                  <a:lnTo>
                    <a:pt x="18187" y="1771"/>
                  </a:lnTo>
                  <a:lnTo>
                    <a:pt x="16899" y="2093"/>
                  </a:lnTo>
                  <a:lnTo>
                    <a:pt x="15773" y="2737"/>
                  </a:lnTo>
                  <a:lnTo>
                    <a:pt x="14807" y="3541"/>
                  </a:lnTo>
                  <a:lnTo>
                    <a:pt x="14002" y="4507"/>
                  </a:lnTo>
                  <a:lnTo>
                    <a:pt x="13358" y="5634"/>
                  </a:lnTo>
                  <a:lnTo>
                    <a:pt x="12876" y="6921"/>
                  </a:lnTo>
                  <a:lnTo>
                    <a:pt x="12715" y="8370"/>
                  </a:lnTo>
                  <a:lnTo>
                    <a:pt x="12876" y="9496"/>
                  </a:lnTo>
                  <a:lnTo>
                    <a:pt x="12071" y="10140"/>
                  </a:lnTo>
                  <a:lnTo>
                    <a:pt x="11266" y="10784"/>
                  </a:lnTo>
                  <a:lnTo>
                    <a:pt x="10783" y="11749"/>
                  </a:lnTo>
                  <a:lnTo>
                    <a:pt x="10461" y="12715"/>
                  </a:lnTo>
                  <a:lnTo>
                    <a:pt x="9657" y="13037"/>
                  </a:lnTo>
                  <a:lnTo>
                    <a:pt x="8852" y="13359"/>
                  </a:lnTo>
                  <a:lnTo>
                    <a:pt x="8047" y="13842"/>
                  </a:lnTo>
                  <a:lnTo>
                    <a:pt x="7404" y="14325"/>
                  </a:lnTo>
                  <a:lnTo>
                    <a:pt x="6921" y="14968"/>
                  </a:lnTo>
                  <a:lnTo>
                    <a:pt x="6438" y="15773"/>
                  </a:lnTo>
                  <a:lnTo>
                    <a:pt x="6116" y="16417"/>
                  </a:lnTo>
                  <a:lnTo>
                    <a:pt x="5794" y="17383"/>
                  </a:lnTo>
                  <a:lnTo>
                    <a:pt x="4667" y="17543"/>
                  </a:lnTo>
                  <a:lnTo>
                    <a:pt x="3702" y="18026"/>
                  </a:lnTo>
                  <a:lnTo>
                    <a:pt x="2736" y="18509"/>
                  </a:lnTo>
                  <a:lnTo>
                    <a:pt x="1931" y="19314"/>
                  </a:lnTo>
                  <a:lnTo>
                    <a:pt x="1288" y="20119"/>
                  </a:lnTo>
                  <a:lnTo>
                    <a:pt x="805" y="21084"/>
                  </a:lnTo>
                  <a:lnTo>
                    <a:pt x="483" y="22211"/>
                  </a:lnTo>
                  <a:lnTo>
                    <a:pt x="322" y="23337"/>
                  </a:lnTo>
                  <a:lnTo>
                    <a:pt x="483" y="24625"/>
                  </a:lnTo>
                  <a:lnTo>
                    <a:pt x="966" y="25913"/>
                  </a:lnTo>
                  <a:lnTo>
                    <a:pt x="1610" y="27039"/>
                  </a:lnTo>
                  <a:lnTo>
                    <a:pt x="2414" y="27844"/>
                  </a:lnTo>
                  <a:lnTo>
                    <a:pt x="1449" y="28649"/>
                  </a:lnTo>
                  <a:lnTo>
                    <a:pt x="644" y="29453"/>
                  </a:lnTo>
                  <a:lnTo>
                    <a:pt x="161" y="30580"/>
                  </a:lnTo>
                  <a:lnTo>
                    <a:pt x="0" y="31868"/>
                  </a:lnTo>
                  <a:lnTo>
                    <a:pt x="0" y="32511"/>
                  </a:lnTo>
                  <a:lnTo>
                    <a:pt x="161" y="33316"/>
                  </a:lnTo>
                  <a:lnTo>
                    <a:pt x="483" y="33799"/>
                  </a:lnTo>
                  <a:lnTo>
                    <a:pt x="805" y="34443"/>
                  </a:lnTo>
                  <a:lnTo>
                    <a:pt x="1610" y="35408"/>
                  </a:lnTo>
                  <a:lnTo>
                    <a:pt x="2736" y="36052"/>
                  </a:lnTo>
                  <a:lnTo>
                    <a:pt x="2414" y="36696"/>
                  </a:lnTo>
                  <a:lnTo>
                    <a:pt x="2092" y="37501"/>
                  </a:lnTo>
                  <a:lnTo>
                    <a:pt x="1931" y="38305"/>
                  </a:lnTo>
                  <a:lnTo>
                    <a:pt x="1770" y="39271"/>
                  </a:lnTo>
                  <a:lnTo>
                    <a:pt x="1931" y="40398"/>
                  </a:lnTo>
                  <a:lnTo>
                    <a:pt x="2253" y="41524"/>
                  </a:lnTo>
                  <a:lnTo>
                    <a:pt x="2736" y="42490"/>
                  </a:lnTo>
                  <a:lnTo>
                    <a:pt x="3380" y="43456"/>
                  </a:lnTo>
                  <a:lnTo>
                    <a:pt x="4346" y="44099"/>
                  </a:lnTo>
                  <a:lnTo>
                    <a:pt x="5311" y="44743"/>
                  </a:lnTo>
                  <a:lnTo>
                    <a:pt x="6277" y="45065"/>
                  </a:lnTo>
                  <a:lnTo>
                    <a:pt x="7564" y="45226"/>
                  </a:lnTo>
                  <a:lnTo>
                    <a:pt x="7564" y="45387"/>
                  </a:lnTo>
                  <a:lnTo>
                    <a:pt x="7564" y="46835"/>
                  </a:lnTo>
                  <a:lnTo>
                    <a:pt x="8047" y="48123"/>
                  </a:lnTo>
                  <a:lnTo>
                    <a:pt x="8691" y="49250"/>
                  </a:lnTo>
                  <a:lnTo>
                    <a:pt x="9657" y="50376"/>
                  </a:lnTo>
                  <a:lnTo>
                    <a:pt x="10622" y="51181"/>
                  </a:lnTo>
                  <a:lnTo>
                    <a:pt x="11910" y="51825"/>
                  </a:lnTo>
                  <a:lnTo>
                    <a:pt x="13198" y="52308"/>
                  </a:lnTo>
                  <a:lnTo>
                    <a:pt x="14646" y="52468"/>
                  </a:lnTo>
                  <a:lnTo>
                    <a:pt x="15612" y="52468"/>
                  </a:lnTo>
                  <a:lnTo>
                    <a:pt x="16416" y="52147"/>
                  </a:lnTo>
                  <a:lnTo>
                    <a:pt x="17221" y="51986"/>
                  </a:lnTo>
                  <a:lnTo>
                    <a:pt x="18026" y="51503"/>
                  </a:lnTo>
                  <a:lnTo>
                    <a:pt x="18831" y="51020"/>
                  </a:lnTo>
                  <a:lnTo>
                    <a:pt x="19474" y="50537"/>
                  </a:lnTo>
                  <a:lnTo>
                    <a:pt x="20118" y="49893"/>
                  </a:lnTo>
                  <a:lnTo>
                    <a:pt x="20601" y="49089"/>
                  </a:lnTo>
                  <a:lnTo>
                    <a:pt x="20923" y="49732"/>
                  </a:lnTo>
                  <a:lnTo>
                    <a:pt x="21567" y="50537"/>
                  </a:lnTo>
                  <a:lnTo>
                    <a:pt x="22532" y="51181"/>
                  </a:lnTo>
                  <a:lnTo>
                    <a:pt x="23498" y="51503"/>
                  </a:lnTo>
                  <a:lnTo>
                    <a:pt x="24625" y="51664"/>
                  </a:lnTo>
                  <a:lnTo>
                    <a:pt x="25429" y="51503"/>
                  </a:lnTo>
                  <a:lnTo>
                    <a:pt x="26234" y="51342"/>
                  </a:lnTo>
                  <a:lnTo>
                    <a:pt x="27039" y="50859"/>
                  </a:lnTo>
                  <a:lnTo>
                    <a:pt x="27683" y="50376"/>
                  </a:lnTo>
                  <a:lnTo>
                    <a:pt x="28487" y="49411"/>
                  </a:lnTo>
                  <a:lnTo>
                    <a:pt x="28648" y="48767"/>
                  </a:lnTo>
                  <a:lnTo>
                    <a:pt x="28970" y="48123"/>
                  </a:lnTo>
                  <a:lnTo>
                    <a:pt x="29614" y="48928"/>
                  </a:lnTo>
                  <a:lnTo>
                    <a:pt x="30419" y="49571"/>
                  </a:lnTo>
                  <a:lnTo>
                    <a:pt x="31384" y="49893"/>
                  </a:lnTo>
                  <a:lnTo>
                    <a:pt x="32511" y="50054"/>
                  </a:lnTo>
                  <a:lnTo>
                    <a:pt x="33798" y="49893"/>
                  </a:lnTo>
                  <a:lnTo>
                    <a:pt x="34764" y="49411"/>
                  </a:lnTo>
                  <a:lnTo>
                    <a:pt x="35730" y="48606"/>
                  </a:lnTo>
                  <a:lnTo>
                    <a:pt x="36374" y="47640"/>
                  </a:lnTo>
                  <a:lnTo>
                    <a:pt x="37339" y="47962"/>
                  </a:lnTo>
                  <a:lnTo>
                    <a:pt x="38144" y="47962"/>
                  </a:lnTo>
                  <a:lnTo>
                    <a:pt x="39271" y="47801"/>
                  </a:lnTo>
                  <a:lnTo>
                    <a:pt x="40397" y="47479"/>
                  </a:lnTo>
                  <a:lnTo>
                    <a:pt x="41202" y="46996"/>
                  </a:lnTo>
                  <a:lnTo>
                    <a:pt x="42168" y="46353"/>
                  </a:lnTo>
                  <a:lnTo>
                    <a:pt x="42811" y="45548"/>
                  </a:lnTo>
                  <a:lnTo>
                    <a:pt x="43294" y="44582"/>
                  </a:lnTo>
                  <a:lnTo>
                    <a:pt x="43616" y="43616"/>
                  </a:lnTo>
                  <a:lnTo>
                    <a:pt x="43777" y="42490"/>
                  </a:lnTo>
                  <a:lnTo>
                    <a:pt x="43616" y="42329"/>
                  </a:lnTo>
                  <a:lnTo>
                    <a:pt x="45225" y="42168"/>
                  </a:lnTo>
                  <a:lnTo>
                    <a:pt x="46513" y="41685"/>
                  </a:lnTo>
                  <a:lnTo>
                    <a:pt x="47640" y="40880"/>
                  </a:lnTo>
                  <a:lnTo>
                    <a:pt x="48766" y="40076"/>
                  </a:lnTo>
                  <a:lnTo>
                    <a:pt x="49571" y="38949"/>
                  </a:lnTo>
                  <a:lnTo>
                    <a:pt x="50215" y="37822"/>
                  </a:lnTo>
                  <a:lnTo>
                    <a:pt x="50698" y="36535"/>
                  </a:lnTo>
                  <a:lnTo>
                    <a:pt x="50859" y="35086"/>
                  </a:lnTo>
                  <a:lnTo>
                    <a:pt x="50698" y="34121"/>
                  </a:lnTo>
                  <a:lnTo>
                    <a:pt x="50537" y="32994"/>
                  </a:lnTo>
                  <a:lnTo>
                    <a:pt x="50054" y="32028"/>
                  </a:lnTo>
                  <a:lnTo>
                    <a:pt x="49571" y="31224"/>
                  </a:lnTo>
                  <a:lnTo>
                    <a:pt x="48927" y="30419"/>
                  </a:lnTo>
                  <a:lnTo>
                    <a:pt x="48122" y="29614"/>
                  </a:lnTo>
                  <a:lnTo>
                    <a:pt x="47157" y="28971"/>
                  </a:lnTo>
                  <a:lnTo>
                    <a:pt x="46191" y="28488"/>
                  </a:lnTo>
                  <a:lnTo>
                    <a:pt x="46674" y="27844"/>
                  </a:lnTo>
                  <a:lnTo>
                    <a:pt x="46835" y="27200"/>
                  </a:lnTo>
                  <a:lnTo>
                    <a:pt x="47157" y="26395"/>
                  </a:lnTo>
                  <a:lnTo>
                    <a:pt x="47157" y="25591"/>
                  </a:lnTo>
                  <a:lnTo>
                    <a:pt x="47157" y="24786"/>
                  </a:lnTo>
                  <a:lnTo>
                    <a:pt x="46996" y="24142"/>
                  </a:lnTo>
                  <a:lnTo>
                    <a:pt x="46674" y="23498"/>
                  </a:lnTo>
                  <a:lnTo>
                    <a:pt x="46352" y="22855"/>
                  </a:lnTo>
                  <a:lnTo>
                    <a:pt x="45869" y="22211"/>
                  </a:lnTo>
                  <a:lnTo>
                    <a:pt x="45225" y="21728"/>
                  </a:lnTo>
                  <a:lnTo>
                    <a:pt x="44743" y="21406"/>
                  </a:lnTo>
                  <a:lnTo>
                    <a:pt x="43938" y="20923"/>
                  </a:lnTo>
                  <a:lnTo>
                    <a:pt x="44421" y="20280"/>
                  </a:lnTo>
                  <a:lnTo>
                    <a:pt x="44743" y="19475"/>
                  </a:lnTo>
                  <a:lnTo>
                    <a:pt x="44904" y="18509"/>
                  </a:lnTo>
                  <a:lnTo>
                    <a:pt x="45065" y="17704"/>
                  </a:lnTo>
                  <a:lnTo>
                    <a:pt x="44904" y="16578"/>
                  </a:lnTo>
                  <a:lnTo>
                    <a:pt x="44582" y="15451"/>
                  </a:lnTo>
                  <a:lnTo>
                    <a:pt x="44099" y="14646"/>
                  </a:lnTo>
                  <a:lnTo>
                    <a:pt x="43455" y="13681"/>
                  </a:lnTo>
                  <a:lnTo>
                    <a:pt x="42811" y="12876"/>
                  </a:lnTo>
                  <a:lnTo>
                    <a:pt x="41846" y="12393"/>
                  </a:lnTo>
                  <a:lnTo>
                    <a:pt x="40880" y="11910"/>
                  </a:lnTo>
                  <a:lnTo>
                    <a:pt x="39753" y="11588"/>
                  </a:lnTo>
                  <a:lnTo>
                    <a:pt x="40075" y="10462"/>
                  </a:lnTo>
                  <a:lnTo>
                    <a:pt x="40236" y="9335"/>
                  </a:lnTo>
                  <a:lnTo>
                    <a:pt x="40075" y="8048"/>
                  </a:lnTo>
                  <a:lnTo>
                    <a:pt x="39592" y="6921"/>
                  </a:lnTo>
                  <a:lnTo>
                    <a:pt x="38949" y="5794"/>
                  </a:lnTo>
                  <a:lnTo>
                    <a:pt x="38144" y="4829"/>
                  </a:lnTo>
                  <a:lnTo>
                    <a:pt x="37178" y="4024"/>
                  </a:lnTo>
                  <a:lnTo>
                    <a:pt x="36052" y="3541"/>
                  </a:lnTo>
                  <a:lnTo>
                    <a:pt x="34764" y="3219"/>
                  </a:lnTo>
                  <a:lnTo>
                    <a:pt x="33316" y="3058"/>
                  </a:lnTo>
                  <a:lnTo>
                    <a:pt x="32511" y="3058"/>
                  </a:lnTo>
                  <a:lnTo>
                    <a:pt x="32189" y="2415"/>
                  </a:lnTo>
                  <a:lnTo>
                    <a:pt x="31867" y="1932"/>
                  </a:lnTo>
                  <a:lnTo>
                    <a:pt x="31384" y="1288"/>
                  </a:lnTo>
                  <a:lnTo>
                    <a:pt x="30740" y="966"/>
                  </a:lnTo>
                  <a:lnTo>
                    <a:pt x="30097" y="483"/>
                  </a:lnTo>
                  <a:lnTo>
                    <a:pt x="29453" y="322"/>
                  </a:lnTo>
                  <a:lnTo>
                    <a:pt x="28648" y="161"/>
                  </a:lnTo>
                  <a:lnTo>
                    <a:pt x="27843" y="0"/>
                  </a:lnTo>
                  <a:close/>
                </a:path>
              </a:pathLst>
            </a:custGeom>
            <a:solidFill>
              <a:srgbClr val="6AA84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6" name="Google Shape;446;p29"/>
            <p:cNvSpPr/>
            <p:nvPr/>
          </p:nvSpPr>
          <p:spPr>
            <a:xfrm>
              <a:off x="4560400" y="4382450"/>
              <a:ext cx="494925" cy="261550"/>
            </a:xfrm>
            <a:custGeom>
              <a:rect b="b" l="l" r="r" t="t"/>
              <a:pathLst>
                <a:path extrusionOk="0" h="10462" w="19797">
                  <a:moveTo>
                    <a:pt x="0" y="10461"/>
                  </a:moveTo>
                  <a:lnTo>
                    <a:pt x="0" y="10461"/>
                  </a:lnTo>
                  <a:lnTo>
                    <a:pt x="19796" y="0"/>
                  </a:lnTo>
                  <a:lnTo>
                    <a:pt x="0" y="10461"/>
                  </a:lnTo>
                  <a:close/>
                </a:path>
              </a:pathLst>
            </a:custGeom>
            <a:solidFill>
              <a:srgbClr val="E1919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7" name="Google Shape;447;p29"/>
            <p:cNvSpPr/>
            <p:nvPr/>
          </p:nvSpPr>
          <p:spPr>
            <a:xfrm>
              <a:off x="4797775" y="4394500"/>
              <a:ext cx="535175" cy="382275"/>
            </a:xfrm>
            <a:custGeom>
              <a:rect b="b" l="l" r="r" t="t"/>
              <a:pathLst>
                <a:path extrusionOk="0" h="15291" w="21407">
                  <a:moveTo>
                    <a:pt x="11750" y="1"/>
                  </a:moveTo>
                  <a:lnTo>
                    <a:pt x="11750" y="8692"/>
                  </a:lnTo>
                  <a:lnTo>
                    <a:pt x="1" y="15291"/>
                  </a:lnTo>
                  <a:lnTo>
                    <a:pt x="21406" y="3381"/>
                  </a:lnTo>
                  <a:lnTo>
                    <a:pt x="1175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8" name="Google Shape;448;p29"/>
            <p:cNvSpPr/>
            <p:nvPr/>
          </p:nvSpPr>
          <p:spPr>
            <a:xfrm>
              <a:off x="4198275" y="4507175"/>
              <a:ext cx="305800" cy="136825"/>
            </a:xfrm>
            <a:custGeom>
              <a:rect b="b" l="l" r="r" t="t"/>
              <a:pathLst>
                <a:path extrusionOk="0" h="5473" w="12232">
                  <a:moveTo>
                    <a:pt x="0" y="0"/>
                  </a:moveTo>
                  <a:lnTo>
                    <a:pt x="12232" y="5472"/>
                  </a:lnTo>
                  <a:lnTo>
                    <a:pt x="161" y="0"/>
                  </a:lnTo>
                  <a:close/>
                </a:path>
              </a:pathLst>
            </a:custGeom>
            <a:solidFill>
              <a:srgbClr val="E1919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9" name="Google Shape;449;p29"/>
            <p:cNvSpPr/>
            <p:nvPr/>
          </p:nvSpPr>
          <p:spPr>
            <a:xfrm>
              <a:off x="4532225" y="4656050"/>
              <a:ext cx="25" cy="25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1919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0" name="Google Shape;450;p29"/>
            <p:cNvSpPr/>
            <p:nvPr/>
          </p:nvSpPr>
          <p:spPr>
            <a:xfrm>
              <a:off x="4125850" y="5416500"/>
              <a:ext cx="25" cy="25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E1919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1" name="Google Shape;451;p29"/>
            <p:cNvSpPr/>
            <p:nvPr/>
          </p:nvSpPr>
          <p:spPr>
            <a:xfrm>
              <a:off x="3506200" y="4808950"/>
              <a:ext cx="619675" cy="607575"/>
            </a:xfrm>
            <a:custGeom>
              <a:rect b="b" l="l" r="r" t="t"/>
              <a:pathLst>
                <a:path extrusionOk="0" h="24303" w="24787">
                  <a:moveTo>
                    <a:pt x="1932" y="2575"/>
                  </a:moveTo>
                  <a:lnTo>
                    <a:pt x="2254" y="2736"/>
                  </a:lnTo>
                  <a:lnTo>
                    <a:pt x="2415" y="2897"/>
                  </a:lnTo>
                  <a:lnTo>
                    <a:pt x="2898" y="3541"/>
                  </a:lnTo>
                  <a:lnTo>
                    <a:pt x="3220" y="4346"/>
                  </a:lnTo>
                  <a:lnTo>
                    <a:pt x="3220" y="5472"/>
                  </a:lnTo>
                  <a:lnTo>
                    <a:pt x="3220" y="6599"/>
                  </a:lnTo>
                  <a:lnTo>
                    <a:pt x="2898" y="7404"/>
                  </a:lnTo>
                  <a:lnTo>
                    <a:pt x="2415" y="8047"/>
                  </a:lnTo>
                  <a:lnTo>
                    <a:pt x="2254" y="8208"/>
                  </a:lnTo>
                  <a:lnTo>
                    <a:pt x="1771" y="8208"/>
                  </a:lnTo>
                  <a:lnTo>
                    <a:pt x="1449" y="8047"/>
                  </a:lnTo>
                  <a:lnTo>
                    <a:pt x="1127" y="7404"/>
                  </a:lnTo>
                  <a:lnTo>
                    <a:pt x="805" y="6599"/>
                  </a:lnTo>
                  <a:lnTo>
                    <a:pt x="644" y="5472"/>
                  </a:lnTo>
                  <a:lnTo>
                    <a:pt x="805" y="4346"/>
                  </a:lnTo>
                  <a:lnTo>
                    <a:pt x="1127" y="3541"/>
                  </a:lnTo>
                  <a:lnTo>
                    <a:pt x="1449" y="2897"/>
                  </a:lnTo>
                  <a:lnTo>
                    <a:pt x="1771" y="2736"/>
                  </a:lnTo>
                  <a:lnTo>
                    <a:pt x="1932" y="2575"/>
                  </a:lnTo>
                  <a:close/>
                  <a:moveTo>
                    <a:pt x="21889" y="13198"/>
                  </a:moveTo>
                  <a:lnTo>
                    <a:pt x="22050" y="13359"/>
                  </a:lnTo>
                  <a:lnTo>
                    <a:pt x="22533" y="14002"/>
                  </a:lnTo>
                  <a:lnTo>
                    <a:pt x="22855" y="15129"/>
                  </a:lnTo>
                  <a:lnTo>
                    <a:pt x="23016" y="16256"/>
                  </a:lnTo>
                  <a:lnTo>
                    <a:pt x="22855" y="17543"/>
                  </a:lnTo>
                  <a:lnTo>
                    <a:pt x="22533" y="18509"/>
                  </a:lnTo>
                  <a:lnTo>
                    <a:pt x="22050" y="19153"/>
                  </a:lnTo>
                  <a:lnTo>
                    <a:pt x="21889" y="19314"/>
                  </a:lnTo>
                  <a:lnTo>
                    <a:pt x="21567" y="19474"/>
                  </a:lnTo>
                  <a:lnTo>
                    <a:pt x="21245" y="19314"/>
                  </a:lnTo>
                  <a:lnTo>
                    <a:pt x="20923" y="19153"/>
                  </a:lnTo>
                  <a:lnTo>
                    <a:pt x="20441" y="18509"/>
                  </a:lnTo>
                  <a:lnTo>
                    <a:pt x="20119" y="17543"/>
                  </a:lnTo>
                  <a:lnTo>
                    <a:pt x="19958" y="16256"/>
                  </a:lnTo>
                  <a:lnTo>
                    <a:pt x="20119" y="15129"/>
                  </a:lnTo>
                  <a:lnTo>
                    <a:pt x="20441" y="14002"/>
                  </a:lnTo>
                  <a:lnTo>
                    <a:pt x="20923" y="13359"/>
                  </a:lnTo>
                  <a:lnTo>
                    <a:pt x="21245" y="13198"/>
                  </a:lnTo>
                  <a:close/>
                  <a:moveTo>
                    <a:pt x="1" y="0"/>
                  </a:moveTo>
                  <a:lnTo>
                    <a:pt x="1" y="9335"/>
                  </a:lnTo>
                  <a:lnTo>
                    <a:pt x="24786" y="24303"/>
                  </a:lnTo>
                  <a:lnTo>
                    <a:pt x="24786" y="1368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2" name="Google Shape;452;p29"/>
            <p:cNvSpPr/>
            <p:nvPr/>
          </p:nvSpPr>
          <p:spPr>
            <a:xfrm>
              <a:off x="3952825" y="4394500"/>
              <a:ext cx="551250" cy="515050"/>
            </a:xfrm>
            <a:custGeom>
              <a:rect b="b" l="l" r="r" t="t"/>
              <a:pathLst>
                <a:path extrusionOk="0" h="20602" w="22050">
                  <a:moveTo>
                    <a:pt x="1" y="1"/>
                  </a:moveTo>
                  <a:lnTo>
                    <a:pt x="1" y="9336"/>
                  </a:lnTo>
                  <a:lnTo>
                    <a:pt x="644" y="9658"/>
                  </a:lnTo>
                  <a:lnTo>
                    <a:pt x="22050" y="20602"/>
                  </a:lnTo>
                  <a:lnTo>
                    <a:pt x="22050" y="9979"/>
                  </a:lnTo>
                  <a:lnTo>
                    <a:pt x="9818" y="4507"/>
                  </a:lnTo>
                  <a:lnTo>
                    <a:pt x="966" y="32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D9D9D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3" name="Google Shape;453;p29"/>
            <p:cNvSpPr/>
            <p:nvPr/>
          </p:nvSpPr>
          <p:spPr>
            <a:xfrm>
              <a:off x="4125850" y="4479000"/>
              <a:ext cx="1207100" cy="937525"/>
            </a:xfrm>
            <a:custGeom>
              <a:rect b="b" l="l" r="r" t="t"/>
              <a:pathLst>
                <a:path extrusionOk="0" h="37501" w="48284">
                  <a:moveTo>
                    <a:pt x="48283" y="1"/>
                  </a:moveTo>
                  <a:lnTo>
                    <a:pt x="26878" y="11911"/>
                  </a:lnTo>
                  <a:lnTo>
                    <a:pt x="20279" y="15612"/>
                  </a:lnTo>
                  <a:lnTo>
                    <a:pt x="17382" y="17222"/>
                  </a:lnTo>
                  <a:lnTo>
                    <a:pt x="17382" y="6599"/>
                  </a:lnTo>
                  <a:lnTo>
                    <a:pt x="16256" y="7082"/>
                  </a:lnTo>
                  <a:lnTo>
                    <a:pt x="16256" y="15934"/>
                  </a:lnTo>
                  <a:lnTo>
                    <a:pt x="16256" y="17866"/>
                  </a:lnTo>
                  <a:lnTo>
                    <a:pt x="0" y="26878"/>
                  </a:lnTo>
                  <a:lnTo>
                    <a:pt x="0" y="37501"/>
                  </a:lnTo>
                  <a:lnTo>
                    <a:pt x="11588" y="30580"/>
                  </a:lnTo>
                  <a:lnTo>
                    <a:pt x="11427" y="29615"/>
                  </a:lnTo>
                  <a:lnTo>
                    <a:pt x="11427" y="28649"/>
                  </a:lnTo>
                  <a:lnTo>
                    <a:pt x="11427" y="27683"/>
                  </a:lnTo>
                  <a:lnTo>
                    <a:pt x="11749" y="26557"/>
                  </a:lnTo>
                  <a:lnTo>
                    <a:pt x="12071" y="25430"/>
                  </a:lnTo>
                  <a:lnTo>
                    <a:pt x="12554" y="24303"/>
                  </a:lnTo>
                  <a:lnTo>
                    <a:pt x="13198" y="23499"/>
                  </a:lnTo>
                  <a:lnTo>
                    <a:pt x="13841" y="22694"/>
                  </a:lnTo>
                  <a:lnTo>
                    <a:pt x="14646" y="22211"/>
                  </a:lnTo>
                  <a:lnTo>
                    <a:pt x="15290" y="21889"/>
                  </a:lnTo>
                  <a:lnTo>
                    <a:pt x="16095" y="21889"/>
                  </a:lnTo>
                  <a:lnTo>
                    <a:pt x="16899" y="22050"/>
                  </a:lnTo>
                  <a:lnTo>
                    <a:pt x="17704" y="22694"/>
                  </a:lnTo>
                  <a:lnTo>
                    <a:pt x="18509" y="23499"/>
                  </a:lnTo>
                  <a:lnTo>
                    <a:pt x="18992" y="24625"/>
                  </a:lnTo>
                  <a:lnTo>
                    <a:pt x="19313" y="25913"/>
                  </a:lnTo>
                  <a:lnTo>
                    <a:pt x="33959" y="17061"/>
                  </a:lnTo>
                  <a:lnTo>
                    <a:pt x="33798" y="16095"/>
                  </a:lnTo>
                  <a:lnTo>
                    <a:pt x="33798" y="15130"/>
                  </a:lnTo>
                  <a:lnTo>
                    <a:pt x="33798" y="14003"/>
                  </a:lnTo>
                  <a:lnTo>
                    <a:pt x="33959" y="12876"/>
                  </a:lnTo>
                  <a:lnTo>
                    <a:pt x="34442" y="11750"/>
                  </a:lnTo>
                  <a:lnTo>
                    <a:pt x="34925" y="10623"/>
                  </a:lnTo>
                  <a:lnTo>
                    <a:pt x="35408" y="9657"/>
                  </a:lnTo>
                  <a:lnTo>
                    <a:pt x="36213" y="9014"/>
                  </a:lnTo>
                  <a:lnTo>
                    <a:pt x="36856" y="8531"/>
                  </a:lnTo>
                  <a:lnTo>
                    <a:pt x="37661" y="8209"/>
                  </a:lnTo>
                  <a:lnTo>
                    <a:pt x="38466" y="8209"/>
                  </a:lnTo>
                  <a:lnTo>
                    <a:pt x="39271" y="8370"/>
                  </a:lnTo>
                  <a:lnTo>
                    <a:pt x="39753" y="8531"/>
                  </a:lnTo>
                  <a:lnTo>
                    <a:pt x="40075" y="9014"/>
                  </a:lnTo>
                  <a:lnTo>
                    <a:pt x="40880" y="9818"/>
                  </a:lnTo>
                  <a:lnTo>
                    <a:pt x="41363" y="11106"/>
                  </a:lnTo>
                  <a:lnTo>
                    <a:pt x="41685" y="12393"/>
                  </a:lnTo>
                  <a:lnTo>
                    <a:pt x="48283" y="8531"/>
                  </a:lnTo>
                  <a:lnTo>
                    <a:pt x="48283" y="1"/>
                  </a:lnTo>
                  <a:close/>
                </a:path>
              </a:pathLst>
            </a:custGeom>
            <a:solidFill>
              <a:srgbClr val="5B6DC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4" name="Google Shape;454;p29"/>
            <p:cNvSpPr/>
            <p:nvPr/>
          </p:nvSpPr>
          <p:spPr>
            <a:xfrm>
              <a:off x="4005125" y="5138875"/>
              <a:ext cx="76475" cy="156950"/>
            </a:xfrm>
            <a:custGeom>
              <a:rect b="b" l="l" r="r" t="t"/>
              <a:pathLst>
                <a:path extrusionOk="0" h="6278" w="3059">
                  <a:moveTo>
                    <a:pt x="1288" y="1"/>
                  </a:moveTo>
                  <a:lnTo>
                    <a:pt x="966" y="162"/>
                  </a:lnTo>
                  <a:lnTo>
                    <a:pt x="484" y="805"/>
                  </a:lnTo>
                  <a:lnTo>
                    <a:pt x="162" y="1932"/>
                  </a:lnTo>
                  <a:lnTo>
                    <a:pt x="1" y="3059"/>
                  </a:lnTo>
                  <a:lnTo>
                    <a:pt x="162" y="4346"/>
                  </a:lnTo>
                  <a:lnTo>
                    <a:pt x="484" y="5312"/>
                  </a:lnTo>
                  <a:lnTo>
                    <a:pt x="966" y="5956"/>
                  </a:lnTo>
                  <a:lnTo>
                    <a:pt x="1288" y="6117"/>
                  </a:lnTo>
                  <a:lnTo>
                    <a:pt x="1610" y="6277"/>
                  </a:lnTo>
                  <a:lnTo>
                    <a:pt x="1932" y="6117"/>
                  </a:lnTo>
                  <a:lnTo>
                    <a:pt x="2093" y="5956"/>
                  </a:lnTo>
                  <a:lnTo>
                    <a:pt x="2576" y="5312"/>
                  </a:lnTo>
                  <a:lnTo>
                    <a:pt x="2898" y="4346"/>
                  </a:lnTo>
                  <a:lnTo>
                    <a:pt x="3059" y="3059"/>
                  </a:lnTo>
                  <a:lnTo>
                    <a:pt x="2898" y="1932"/>
                  </a:lnTo>
                  <a:lnTo>
                    <a:pt x="2576" y="805"/>
                  </a:lnTo>
                  <a:lnTo>
                    <a:pt x="2093" y="162"/>
                  </a:lnTo>
                  <a:lnTo>
                    <a:pt x="1932" y="1"/>
                  </a:lnTo>
                  <a:close/>
                </a:path>
              </a:pathLst>
            </a:custGeom>
            <a:solidFill>
              <a:srgbClr val="D9D9D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5" name="Google Shape;455;p29"/>
            <p:cNvSpPr/>
            <p:nvPr/>
          </p:nvSpPr>
          <p:spPr>
            <a:xfrm>
              <a:off x="3522300" y="4873325"/>
              <a:ext cx="64400" cy="140850"/>
            </a:xfrm>
            <a:custGeom>
              <a:rect b="b" l="l" r="r" t="t"/>
              <a:pathLst>
                <a:path extrusionOk="0" h="5634" w="2576">
                  <a:moveTo>
                    <a:pt x="1288" y="0"/>
                  </a:moveTo>
                  <a:lnTo>
                    <a:pt x="1127" y="161"/>
                  </a:lnTo>
                  <a:lnTo>
                    <a:pt x="805" y="322"/>
                  </a:lnTo>
                  <a:lnTo>
                    <a:pt x="483" y="966"/>
                  </a:lnTo>
                  <a:lnTo>
                    <a:pt x="161" y="1771"/>
                  </a:lnTo>
                  <a:lnTo>
                    <a:pt x="0" y="2897"/>
                  </a:lnTo>
                  <a:lnTo>
                    <a:pt x="161" y="4024"/>
                  </a:lnTo>
                  <a:lnTo>
                    <a:pt x="483" y="4829"/>
                  </a:lnTo>
                  <a:lnTo>
                    <a:pt x="805" y="5472"/>
                  </a:lnTo>
                  <a:lnTo>
                    <a:pt x="1127" y="5633"/>
                  </a:lnTo>
                  <a:lnTo>
                    <a:pt x="1610" y="5633"/>
                  </a:lnTo>
                  <a:lnTo>
                    <a:pt x="1771" y="5472"/>
                  </a:lnTo>
                  <a:lnTo>
                    <a:pt x="2254" y="4829"/>
                  </a:lnTo>
                  <a:lnTo>
                    <a:pt x="2576" y="4024"/>
                  </a:lnTo>
                  <a:lnTo>
                    <a:pt x="2576" y="2897"/>
                  </a:lnTo>
                  <a:lnTo>
                    <a:pt x="2576" y="1771"/>
                  </a:lnTo>
                  <a:lnTo>
                    <a:pt x="2254" y="966"/>
                  </a:lnTo>
                  <a:lnTo>
                    <a:pt x="1771" y="322"/>
                  </a:lnTo>
                  <a:lnTo>
                    <a:pt x="1610" y="161"/>
                  </a:lnTo>
                  <a:lnTo>
                    <a:pt x="1288" y="0"/>
                  </a:lnTo>
                  <a:close/>
                </a:path>
              </a:pathLst>
            </a:custGeom>
            <a:solidFill>
              <a:srgbClr val="D9D9D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6" name="Google Shape;456;p29"/>
            <p:cNvSpPr/>
            <p:nvPr/>
          </p:nvSpPr>
          <p:spPr>
            <a:xfrm>
              <a:off x="4560400" y="4362325"/>
              <a:ext cx="531125" cy="547225"/>
            </a:xfrm>
            <a:custGeom>
              <a:rect b="b" l="l" r="r" t="t"/>
              <a:pathLst>
                <a:path extrusionOk="0" h="21889" w="21245">
                  <a:moveTo>
                    <a:pt x="21245" y="0"/>
                  </a:moveTo>
                  <a:lnTo>
                    <a:pt x="19796" y="805"/>
                  </a:lnTo>
                  <a:lnTo>
                    <a:pt x="0" y="11266"/>
                  </a:lnTo>
                  <a:lnTo>
                    <a:pt x="0" y="21889"/>
                  </a:lnTo>
                  <a:lnTo>
                    <a:pt x="2897" y="20279"/>
                  </a:lnTo>
                  <a:lnTo>
                    <a:pt x="9496" y="16578"/>
                  </a:lnTo>
                  <a:lnTo>
                    <a:pt x="21245" y="9979"/>
                  </a:lnTo>
                  <a:lnTo>
                    <a:pt x="21245" y="1288"/>
                  </a:lnTo>
                  <a:lnTo>
                    <a:pt x="21245" y="0"/>
                  </a:lnTo>
                  <a:close/>
                </a:path>
              </a:pathLst>
            </a:custGeom>
            <a:solidFill>
              <a:srgbClr val="E1E1E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7" name="Google Shape;457;p29"/>
            <p:cNvSpPr/>
            <p:nvPr/>
          </p:nvSpPr>
          <p:spPr>
            <a:xfrm>
              <a:off x="3506200" y="4161150"/>
              <a:ext cx="1585325" cy="989825"/>
            </a:xfrm>
            <a:custGeom>
              <a:rect b="b" l="l" r="r" t="t"/>
              <a:pathLst>
                <a:path extrusionOk="0" h="39593" w="63413">
                  <a:moveTo>
                    <a:pt x="40881" y="0"/>
                  </a:moveTo>
                  <a:lnTo>
                    <a:pt x="17866" y="9335"/>
                  </a:lnTo>
                  <a:lnTo>
                    <a:pt x="18831" y="9657"/>
                  </a:lnTo>
                  <a:lnTo>
                    <a:pt x="27844" y="13841"/>
                  </a:lnTo>
                  <a:lnTo>
                    <a:pt x="39915" y="19313"/>
                  </a:lnTo>
                  <a:lnTo>
                    <a:pt x="39915" y="29936"/>
                  </a:lnTo>
                  <a:lnTo>
                    <a:pt x="18509" y="18992"/>
                  </a:lnTo>
                  <a:lnTo>
                    <a:pt x="17866" y="18670"/>
                  </a:lnTo>
                  <a:lnTo>
                    <a:pt x="1" y="25912"/>
                  </a:lnTo>
                  <a:lnTo>
                    <a:pt x="24786" y="39592"/>
                  </a:lnTo>
                  <a:lnTo>
                    <a:pt x="41042" y="30580"/>
                  </a:lnTo>
                  <a:lnTo>
                    <a:pt x="41042" y="28648"/>
                  </a:lnTo>
                  <a:lnTo>
                    <a:pt x="41042" y="19796"/>
                  </a:lnTo>
                  <a:lnTo>
                    <a:pt x="42168" y="19313"/>
                  </a:lnTo>
                  <a:lnTo>
                    <a:pt x="61964" y="8852"/>
                  </a:lnTo>
                  <a:lnTo>
                    <a:pt x="63413" y="8047"/>
                  </a:lnTo>
                  <a:lnTo>
                    <a:pt x="40881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8" name="Google Shape;458;p29"/>
            <p:cNvSpPr/>
            <p:nvPr/>
          </p:nvSpPr>
          <p:spPr>
            <a:xfrm>
              <a:off x="4411525" y="5026225"/>
              <a:ext cx="201200" cy="317875"/>
            </a:xfrm>
            <a:custGeom>
              <a:rect b="b" l="l" r="r" t="t"/>
              <a:pathLst>
                <a:path extrusionOk="0" h="12715" w="8048">
                  <a:moveTo>
                    <a:pt x="3863" y="0"/>
                  </a:moveTo>
                  <a:lnTo>
                    <a:pt x="3219" y="322"/>
                  </a:lnTo>
                  <a:lnTo>
                    <a:pt x="2414" y="805"/>
                  </a:lnTo>
                  <a:lnTo>
                    <a:pt x="1771" y="1610"/>
                  </a:lnTo>
                  <a:lnTo>
                    <a:pt x="1127" y="2414"/>
                  </a:lnTo>
                  <a:lnTo>
                    <a:pt x="644" y="3541"/>
                  </a:lnTo>
                  <a:lnTo>
                    <a:pt x="322" y="4668"/>
                  </a:lnTo>
                  <a:lnTo>
                    <a:pt x="0" y="5794"/>
                  </a:lnTo>
                  <a:lnTo>
                    <a:pt x="0" y="6760"/>
                  </a:lnTo>
                  <a:lnTo>
                    <a:pt x="0" y="7726"/>
                  </a:lnTo>
                  <a:lnTo>
                    <a:pt x="161" y="8691"/>
                  </a:lnTo>
                  <a:lnTo>
                    <a:pt x="483" y="9979"/>
                  </a:lnTo>
                  <a:lnTo>
                    <a:pt x="966" y="11105"/>
                  </a:lnTo>
                  <a:lnTo>
                    <a:pt x="1610" y="12071"/>
                  </a:lnTo>
                  <a:lnTo>
                    <a:pt x="2575" y="12554"/>
                  </a:lnTo>
                  <a:lnTo>
                    <a:pt x="3380" y="12715"/>
                  </a:lnTo>
                  <a:lnTo>
                    <a:pt x="4024" y="12715"/>
                  </a:lnTo>
                  <a:lnTo>
                    <a:pt x="4829" y="12393"/>
                  </a:lnTo>
                  <a:lnTo>
                    <a:pt x="5633" y="11910"/>
                  </a:lnTo>
                  <a:lnTo>
                    <a:pt x="6277" y="11266"/>
                  </a:lnTo>
                  <a:lnTo>
                    <a:pt x="6921" y="10301"/>
                  </a:lnTo>
                  <a:lnTo>
                    <a:pt x="7404" y="9174"/>
                  </a:lnTo>
                  <a:lnTo>
                    <a:pt x="7726" y="8047"/>
                  </a:lnTo>
                  <a:lnTo>
                    <a:pt x="7886" y="6921"/>
                  </a:lnTo>
                  <a:lnTo>
                    <a:pt x="8047" y="5955"/>
                  </a:lnTo>
                  <a:lnTo>
                    <a:pt x="8047" y="4989"/>
                  </a:lnTo>
                  <a:lnTo>
                    <a:pt x="7886" y="4024"/>
                  </a:lnTo>
                  <a:lnTo>
                    <a:pt x="7565" y="2736"/>
                  </a:lnTo>
                  <a:lnTo>
                    <a:pt x="7082" y="1610"/>
                  </a:lnTo>
                  <a:lnTo>
                    <a:pt x="6277" y="805"/>
                  </a:lnTo>
                  <a:lnTo>
                    <a:pt x="5472" y="161"/>
                  </a:lnTo>
                  <a:lnTo>
                    <a:pt x="466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9" name="Google Shape;459;p29"/>
            <p:cNvSpPr/>
            <p:nvPr/>
          </p:nvSpPr>
          <p:spPr>
            <a:xfrm>
              <a:off x="4970800" y="4684200"/>
              <a:ext cx="201200" cy="317900"/>
            </a:xfrm>
            <a:custGeom>
              <a:rect b="b" l="l" r="r" t="t"/>
              <a:pathLst>
                <a:path extrusionOk="0" h="12716" w="8048">
                  <a:moveTo>
                    <a:pt x="3863" y="1"/>
                  </a:moveTo>
                  <a:lnTo>
                    <a:pt x="3058" y="323"/>
                  </a:lnTo>
                  <a:lnTo>
                    <a:pt x="2415" y="806"/>
                  </a:lnTo>
                  <a:lnTo>
                    <a:pt x="1610" y="1449"/>
                  </a:lnTo>
                  <a:lnTo>
                    <a:pt x="1127" y="2415"/>
                  </a:lnTo>
                  <a:lnTo>
                    <a:pt x="644" y="3542"/>
                  </a:lnTo>
                  <a:lnTo>
                    <a:pt x="161" y="4668"/>
                  </a:lnTo>
                  <a:lnTo>
                    <a:pt x="0" y="5795"/>
                  </a:lnTo>
                  <a:lnTo>
                    <a:pt x="0" y="6922"/>
                  </a:lnTo>
                  <a:lnTo>
                    <a:pt x="0" y="7887"/>
                  </a:lnTo>
                  <a:lnTo>
                    <a:pt x="161" y="8853"/>
                  </a:lnTo>
                  <a:lnTo>
                    <a:pt x="483" y="10140"/>
                  </a:lnTo>
                  <a:lnTo>
                    <a:pt x="966" y="11267"/>
                  </a:lnTo>
                  <a:lnTo>
                    <a:pt x="1610" y="12072"/>
                  </a:lnTo>
                  <a:lnTo>
                    <a:pt x="2415" y="12555"/>
                  </a:lnTo>
                  <a:lnTo>
                    <a:pt x="3219" y="12716"/>
                  </a:lnTo>
                  <a:lnTo>
                    <a:pt x="4024" y="12716"/>
                  </a:lnTo>
                  <a:lnTo>
                    <a:pt x="4829" y="12394"/>
                  </a:lnTo>
                  <a:lnTo>
                    <a:pt x="5634" y="11911"/>
                  </a:lnTo>
                  <a:lnTo>
                    <a:pt x="6277" y="11106"/>
                  </a:lnTo>
                  <a:lnTo>
                    <a:pt x="6921" y="10301"/>
                  </a:lnTo>
                  <a:lnTo>
                    <a:pt x="7404" y="9175"/>
                  </a:lnTo>
                  <a:lnTo>
                    <a:pt x="7726" y="8048"/>
                  </a:lnTo>
                  <a:lnTo>
                    <a:pt x="8048" y="6117"/>
                  </a:lnTo>
                  <a:lnTo>
                    <a:pt x="7887" y="4185"/>
                  </a:lnTo>
                  <a:lnTo>
                    <a:pt x="7565" y="2898"/>
                  </a:lnTo>
                  <a:lnTo>
                    <a:pt x="7082" y="1610"/>
                  </a:lnTo>
                  <a:lnTo>
                    <a:pt x="6277" y="806"/>
                  </a:lnTo>
                  <a:lnTo>
                    <a:pt x="5955" y="323"/>
                  </a:lnTo>
                  <a:lnTo>
                    <a:pt x="5473" y="162"/>
                  </a:lnTo>
                  <a:lnTo>
                    <a:pt x="466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60" name="Google Shape;460;p2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30"/>
          <p:cNvSpPr txBox="1"/>
          <p:nvPr>
            <p:ph type="title"/>
          </p:nvPr>
        </p:nvSpPr>
        <p:spPr>
          <a:xfrm>
            <a:off x="457200" y="411475"/>
            <a:ext cx="8229600" cy="4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Terminologie 2/2</a:t>
            </a:r>
            <a:endParaRPr/>
          </a:p>
        </p:txBody>
      </p:sp>
      <p:cxnSp>
        <p:nvCxnSpPr>
          <p:cNvPr id="466" name="Google Shape;466;p30"/>
          <p:cNvCxnSpPr>
            <a:stCxn id="467" idx="1"/>
          </p:cNvCxnSpPr>
          <p:nvPr/>
        </p:nvCxnSpPr>
        <p:spPr>
          <a:xfrm flipH="1" rot="-5400000">
            <a:off x="1153875" y="2985500"/>
            <a:ext cx="1556100" cy="1134300"/>
          </a:xfrm>
          <a:prstGeom prst="bentConnector3">
            <a:avLst>
              <a:gd fmla="val 99222" name="adj1"/>
            </a:avLst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med" w="med" type="oval"/>
            <a:tailEnd len="med" w="med" type="none"/>
          </a:ln>
        </p:spPr>
      </p:cxnSp>
      <p:grpSp>
        <p:nvGrpSpPr>
          <p:cNvPr id="468" name="Google Shape;468;p30"/>
          <p:cNvGrpSpPr/>
          <p:nvPr/>
        </p:nvGrpSpPr>
        <p:grpSpPr>
          <a:xfrm>
            <a:off x="562563" y="1497950"/>
            <a:ext cx="8018863" cy="1276650"/>
            <a:chOff x="562563" y="1272925"/>
            <a:chExt cx="8018863" cy="1276650"/>
          </a:xfrm>
        </p:grpSpPr>
        <p:sp>
          <p:nvSpPr>
            <p:cNvPr id="467" name="Google Shape;467;p30"/>
            <p:cNvSpPr/>
            <p:nvPr/>
          </p:nvSpPr>
          <p:spPr>
            <a:xfrm>
              <a:off x="562575" y="1278775"/>
              <a:ext cx="1604400" cy="1270800"/>
            </a:xfrm>
            <a:prstGeom prst="round2SameRect">
              <a:avLst>
                <a:gd fmla="val 16667" name="adj1"/>
                <a:gd fmla="val 0" name="adj2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9" name="Google Shape;469;p30"/>
            <p:cNvSpPr/>
            <p:nvPr/>
          </p:nvSpPr>
          <p:spPr>
            <a:xfrm>
              <a:off x="562563" y="1278775"/>
              <a:ext cx="1604400" cy="417900"/>
            </a:xfrm>
            <a:prstGeom prst="round2SameRect">
              <a:avLst>
                <a:gd fmla="val 16667" name="adj1"/>
                <a:gd fmla="val 0" name="adj2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0" name="Google Shape;470;p30"/>
            <p:cNvSpPr/>
            <p:nvPr/>
          </p:nvSpPr>
          <p:spPr>
            <a:xfrm>
              <a:off x="2700725" y="1278775"/>
              <a:ext cx="1604400" cy="1270800"/>
            </a:xfrm>
            <a:prstGeom prst="round2SameRect">
              <a:avLst>
                <a:gd fmla="val 16667" name="adj1"/>
                <a:gd fmla="val 0" name="adj2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1" name="Google Shape;471;p30"/>
            <p:cNvSpPr/>
            <p:nvPr/>
          </p:nvSpPr>
          <p:spPr>
            <a:xfrm>
              <a:off x="2700713" y="1278775"/>
              <a:ext cx="1604400" cy="417900"/>
            </a:xfrm>
            <a:prstGeom prst="round2SameRect">
              <a:avLst>
                <a:gd fmla="val 16667" name="adj1"/>
                <a:gd fmla="val 0" name="adj2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2" name="Google Shape;472;p30"/>
            <p:cNvSpPr/>
            <p:nvPr/>
          </p:nvSpPr>
          <p:spPr>
            <a:xfrm>
              <a:off x="4838875" y="1278775"/>
              <a:ext cx="1604400" cy="1270800"/>
            </a:xfrm>
            <a:prstGeom prst="round2SameRect">
              <a:avLst>
                <a:gd fmla="val 16667" name="adj1"/>
                <a:gd fmla="val 0" name="adj2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3" name="Google Shape;473;p30"/>
            <p:cNvSpPr/>
            <p:nvPr/>
          </p:nvSpPr>
          <p:spPr>
            <a:xfrm>
              <a:off x="4838863" y="1278775"/>
              <a:ext cx="1604400" cy="417900"/>
            </a:xfrm>
            <a:prstGeom prst="round2SameRect">
              <a:avLst>
                <a:gd fmla="val 16667" name="adj1"/>
                <a:gd fmla="val 0" name="adj2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4" name="Google Shape;474;p30"/>
            <p:cNvSpPr/>
            <p:nvPr/>
          </p:nvSpPr>
          <p:spPr>
            <a:xfrm>
              <a:off x="6977025" y="1278775"/>
              <a:ext cx="1604400" cy="1270800"/>
            </a:xfrm>
            <a:prstGeom prst="round2SameRect">
              <a:avLst>
                <a:gd fmla="val 16667" name="adj1"/>
                <a:gd fmla="val 0" name="adj2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5" name="Google Shape;475;p30"/>
            <p:cNvSpPr/>
            <p:nvPr/>
          </p:nvSpPr>
          <p:spPr>
            <a:xfrm>
              <a:off x="6977013" y="1278775"/>
              <a:ext cx="1604400" cy="417900"/>
            </a:xfrm>
            <a:prstGeom prst="round2SameRect">
              <a:avLst>
                <a:gd fmla="val 16667" name="adj1"/>
                <a:gd fmla="val 0" name="adj2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6" name="Google Shape;476;p30"/>
            <p:cNvSpPr txBox="1"/>
            <p:nvPr/>
          </p:nvSpPr>
          <p:spPr>
            <a:xfrm>
              <a:off x="562625" y="1272925"/>
              <a:ext cx="1604400" cy="4296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D5D5D5"/>
                  </a:solidFill>
                  <a:latin typeface="Roboto"/>
                  <a:ea typeface="Roboto"/>
                  <a:cs typeface="Roboto"/>
                  <a:sym typeface="Roboto"/>
                </a:rPr>
                <a:t>WN</a:t>
              </a:r>
              <a:r>
                <a:rPr lang="en" sz="1200">
                  <a:solidFill>
                    <a:srgbClr val="D5D5D5"/>
                  </a:solidFill>
                  <a:latin typeface="Roboto"/>
                  <a:ea typeface="Roboto"/>
                  <a:cs typeface="Roboto"/>
                  <a:sym typeface="Roboto"/>
                </a:rPr>
                <a:t> </a:t>
              </a:r>
              <a:endParaRPr>
                <a:solidFill>
                  <a:schemeClr val="lt1"/>
                </a:solidFill>
                <a:latin typeface="Fira Sans Medium"/>
                <a:ea typeface="Fira Sans Medium"/>
                <a:cs typeface="Fira Sans Medium"/>
                <a:sym typeface="Fira Sans Medium"/>
              </a:endParaRPr>
            </a:p>
          </p:txBody>
        </p:sp>
        <p:sp>
          <p:nvSpPr>
            <p:cNvPr id="477" name="Google Shape;477;p30"/>
            <p:cNvSpPr txBox="1"/>
            <p:nvPr/>
          </p:nvSpPr>
          <p:spPr>
            <a:xfrm>
              <a:off x="562572" y="1825425"/>
              <a:ext cx="1604400" cy="53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rmAutofit fontScale="62500"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Weather Normalized - Ce sont les mesures normalisées avec les conditions climatiques</a:t>
              </a:r>
              <a:r>
                <a:rPr lang="en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 </a:t>
              </a:r>
              <a:endPara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78" name="Google Shape;478;p30"/>
            <p:cNvSpPr txBox="1"/>
            <p:nvPr/>
          </p:nvSpPr>
          <p:spPr>
            <a:xfrm>
              <a:off x="2700722" y="1272925"/>
              <a:ext cx="1604400" cy="4296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EUI</a:t>
              </a:r>
              <a:endParaRPr>
                <a:solidFill>
                  <a:schemeClr val="lt1"/>
                </a:solidFill>
                <a:latin typeface="Fira Sans Medium"/>
                <a:ea typeface="Fira Sans Medium"/>
                <a:cs typeface="Fira Sans Medium"/>
                <a:sym typeface="Fira Sans Medium"/>
              </a:endParaRPr>
            </a:p>
          </p:txBody>
        </p:sp>
        <p:sp>
          <p:nvSpPr>
            <p:cNvPr id="479" name="Google Shape;479;p30"/>
            <p:cNvSpPr txBox="1"/>
            <p:nvPr/>
          </p:nvSpPr>
          <p:spPr>
            <a:xfrm>
              <a:off x="2700722" y="1825425"/>
              <a:ext cx="1604400" cy="53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5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Energy Use Intensity , energy per sf per year</a:t>
              </a:r>
              <a:r>
                <a:rPr lang="en" sz="75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 </a:t>
              </a:r>
              <a:endParaRPr sz="75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80" name="Google Shape;480;p30"/>
            <p:cNvSpPr txBox="1"/>
            <p:nvPr/>
          </p:nvSpPr>
          <p:spPr>
            <a:xfrm>
              <a:off x="4838823" y="1272925"/>
              <a:ext cx="1604400" cy="4296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EPA</a:t>
              </a:r>
              <a:endParaRPr>
                <a:solidFill>
                  <a:schemeClr val="lt1"/>
                </a:solidFill>
                <a:latin typeface="Fira Sans Medium"/>
                <a:ea typeface="Fira Sans Medium"/>
                <a:cs typeface="Fira Sans Medium"/>
                <a:sym typeface="Fira Sans Medium"/>
              </a:endParaRPr>
            </a:p>
          </p:txBody>
        </p:sp>
        <p:sp>
          <p:nvSpPr>
            <p:cNvPr id="481" name="Google Shape;481;p30"/>
            <p:cNvSpPr txBox="1"/>
            <p:nvPr/>
          </p:nvSpPr>
          <p:spPr>
            <a:xfrm>
              <a:off x="4838873" y="1825425"/>
              <a:ext cx="1604400" cy="53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5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 Environmental Protection Agency</a:t>
              </a:r>
              <a:endParaRPr sz="75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82" name="Google Shape;482;p30"/>
            <p:cNvSpPr txBox="1"/>
            <p:nvPr/>
          </p:nvSpPr>
          <p:spPr>
            <a:xfrm>
              <a:off x="6977025" y="1825425"/>
              <a:ext cx="1604400" cy="53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latin typeface="Roboto"/>
                  <a:ea typeface="Roboto"/>
                  <a:cs typeface="Roboto"/>
                  <a:sym typeface="Roboto"/>
                </a:rPr>
                <a:t>Square footage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83" name="Google Shape;483;p30"/>
            <p:cNvSpPr txBox="1"/>
            <p:nvPr/>
          </p:nvSpPr>
          <p:spPr>
            <a:xfrm>
              <a:off x="6977025" y="1272925"/>
              <a:ext cx="1604400" cy="4296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lt1"/>
                  </a:solidFill>
                  <a:latin typeface="Fira Sans Medium"/>
                  <a:ea typeface="Fira Sans Medium"/>
                  <a:cs typeface="Fira Sans Medium"/>
                  <a:sym typeface="Fira Sans Medium"/>
                </a:rPr>
                <a:t>sf</a:t>
              </a:r>
              <a:endParaRPr>
                <a:solidFill>
                  <a:schemeClr val="lt1"/>
                </a:solidFill>
                <a:latin typeface="Fira Sans Medium"/>
                <a:ea typeface="Fira Sans Medium"/>
                <a:cs typeface="Fira Sans Medium"/>
                <a:sym typeface="Fira Sans Medium"/>
              </a:endParaRPr>
            </a:p>
          </p:txBody>
        </p:sp>
      </p:grpSp>
      <p:cxnSp>
        <p:nvCxnSpPr>
          <p:cNvPr id="484" name="Google Shape;484;p30"/>
          <p:cNvCxnSpPr/>
          <p:nvPr/>
        </p:nvCxnSpPr>
        <p:spPr>
          <a:xfrm flipH="1">
            <a:off x="6053250" y="2774600"/>
            <a:ext cx="1709400" cy="1240800"/>
          </a:xfrm>
          <a:prstGeom prst="bentConnector3">
            <a:avLst>
              <a:gd fmla="val 644" name="adj1"/>
            </a:avLst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oval"/>
            <a:tailEnd len="med" w="med" type="none"/>
          </a:ln>
        </p:spPr>
      </p:cxnSp>
      <p:cxnSp>
        <p:nvCxnSpPr>
          <p:cNvPr id="485" name="Google Shape;485;p30"/>
          <p:cNvCxnSpPr>
            <a:stCxn id="470" idx="1"/>
          </p:cNvCxnSpPr>
          <p:nvPr/>
        </p:nvCxnSpPr>
        <p:spPr>
          <a:xfrm flipH="1" rot="-5400000">
            <a:off x="3138875" y="3138650"/>
            <a:ext cx="1143600" cy="4155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oval"/>
            <a:tailEnd len="med" w="med" type="none"/>
          </a:ln>
        </p:spPr>
      </p:cxnSp>
      <p:cxnSp>
        <p:nvCxnSpPr>
          <p:cNvPr id="486" name="Google Shape;486;p30"/>
          <p:cNvCxnSpPr>
            <a:stCxn id="472" idx="1"/>
          </p:cNvCxnSpPr>
          <p:nvPr/>
        </p:nvCxnSpPr>
        <p:spPr>
          <a:xfrm rot="5400000">
            <a:off x="4650625" y="2855150"/>
            <a:ext cx="1071000" cy="9099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487" name="Google Shape;487;p30"/>
          <p:cNvSpPr/>
          <p:nvPr/>
        </p:nvSpPr>
        <p:spPr>
          <a:xfrm>
            <a:off x="2717340" y="3737892"/>
            <a:ext cx="207817" cy="974419"/>
          </a:xfrm>
          <a:custGeom>
            <a:rect b="b" l="l" r="r" t="t"/>
            <a:pathLst>
              <a:path extrusionOk="0" h="15285" w="3260">
                <a:moveTo>
                  <a:pt x="466" y="0"/>
                </a:moveTo>
                <a:lnTo>
                  <a:pt x="1" y="15284"/>
                </a:lnTo>
                <a:lnTo>
                  <a:pt x="3259" y="15284"/>
                </a:lnTo>
                <a:lnTo>
                  <a:pt x="2871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8" name="Google Shape;488;p30"/>
          <p:cNvSpPr/>
          <p:nvPr/>
        </p:nvSpPr>
        <p:spPr>
          <a:xfrm>
            <a:off x="2385970" y="3737892"/>
            <a:ext cx="207817" cy="974419"/>
          </a:xfrm>
          <a:custGeom>
            <a:rect b="b" l="l" r="r" t="t"/>
            <a:pathLst>
              <a:path extrusionOk="0" h="15285" w="3260">
                <a:moveTo>
                  <a:pt x="466" y="0"/>
                </a:moveTo>
                <a:lnTo>
                  <a:pt x="1" y="15284"/>
                </a:lnTo>
                <a:lnTo>
                  <a:pt x="3259" y="15284"/>
                </a:lnTo>
                <a:lnTo>
                  <a:pt x="2871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9" name="Google Shape;489;p30"/>
          <p:cNvSpPr/>
          <p:nvPr/>
        </p:nvSpPr>
        <p:spPr>
          <a:xfrm>
            <a:off x="3659575" y="3737892"/>
            <a:ext cx="390772" cy="989209"/>
          </a:xfrm>
          <a:custGeom>
            <a:rect b="b" l="l" r="r" t="t"/>
            <a:pathLst>
              <a:path extrusionOk="0" h="15517" w="6130">
                <a:moveTo>
                  <a:pt x="6129" y="0"/>
                </a:moveTo>
                <a:lnTo>
                  <a:pt x="0" y="2793"/>
                </a:lnTo>
                <a:lnTo>
                  <a:pt x="0" y="15517"/>
                </a:lnTo>
                <a:lnTo>
                  <a:pt x="6129" y="15517"/>
                </a:lnTo>
                <a:lnTo>
                  <a:pt x="6129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0" name="Google Shape;490;p30"/>
          <p:cNvSpPr/>
          <p:nvPr/>
        </p:nvSpPr>
        <p:spPr>
          <a:xfrm>
            <a:off x="4030469" y="3737892"/>
            <a:ext cx="390772" cy="989209"/>
          </a:xfrm>
          <a:custGeom>
            <a:rect b="b" l="l" r="r" t="t"/>
            <a:pathLst>
              <a:path extrusionOk="0" h="15517" w="6130">
                <a:moveTo>
                  <a:pt x="6130" y="0"/>
                </a:moveTo>
                <a:lnTo>
                  <a:pt x="1" y="2793"/>
                </a:lnTo>
                <a:lnTo>
                  <a:pt x="1" y="15517"/>
                </a:lnTo>
                <a:lnTo>
                  <a:pt x="6130" y="15517"/>
                </a:lnTo>
                <a:lnTo>
                  <a:pt x="613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1" name="Google Shape;491;p30"/>
          <p:cNvSpPr/>
          <p:nvPr/>
        </p:nvSpPr>
        <p:spPr>
          <a:xfrm>
            <a:off x="4532477" y="3737892"/>
            <a:ext cx="385800" cy="989209"/>
          </a:xfrm>
          <a:custGeom>
            <a:rect b="b" l="l" r="r" t="t"/>
            <a:pathLst>
              <a:path extrusionOk="0" h="15517" w="6052">
                <a:moveTo>
                  <a:pt x="6052" y="0"/>
                </a:moveTo>
                <a:lnTo>
                  <a:pt x="0" y="2793"/>
                </a:lnTo>
                <a:lnTo>
                  <a:pt x="0" y="15517"/>
                </a:lnTo>
                <a:lnTo>
                  <a:pt x="6052" y="15517"/>
                </a:lnTo>
                <a:lnTo>
                  <a:pt x="6052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2" name="Google Shape;492;p30"/>
          <p:cNvSpPr/>
          <p:nvPr/>
        </p:nvSpPr>
        <p:spPr>
          <a:xfrm>
            <a:off x="4898463" y="3737892"/>
            <a:ext cx="390772" cy="989209"/>
          </a:xfrm>
          <a:custGeom>
            <a:rect b="b" l="l" r="r" t="t"/>
            <a:pathLst>
              <a:path extrusionOk="0" h="15517" w="6130">
                <a:moveTo>
                  <a:pt x="6130" y="0"/>
                </a:moveTo>
                <a:lnTo>
                  <a:pt x="1" y="2793"/>
                </a:lnTo>
                <a:lnTo>
                  <a:pt x="1" y="15517"/>
                </a:lnTo>
                <a:lnTo>
                  <a:pt x="6130" y="15517"/>
                </a:lnTo>
                <a:lnTo>
                  <a:pt x="6130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3" name="Google Shape;493;p30"/>
          <p:cNvSpPr/>
          <p:nvPr/>
        </p:nvSpPr>
        <p:spPr>
          <a:xfrm>
            <a:off x="5487048" y="3917707"/>
            <a:ext cx="319741" cy="809406"/>
          </a:xfrm>
          <a:custGeom>
            <a:rect b="b" l="l" r="r" t="t"/>
            <a:pathLst>
              <a:path extrusionOk="0" h="15517" w="6130">
                <a:moveTo>
                  <a:pt x="6129" y="0"/>
                </a:moveTo>
                <a:lnTo>
                  <a:pt x="0" y="2793"/>
                </a:lnTo>
                <a:lnTo>
                  <a:pt x="0" y="15517"/>
                </a:lnTo>
                <a:lnTo>
                  <a:pt x="6129" y="15517"/>
                </a:lnTo>
                <a:lnTo>
                  <a:pt x="6129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4" name="Google Shape;494;p30"/>
          <p:cNvSpPr/>
          <p:nvPr/>
        </p:nvSpPr>
        <p:spPr>
          <a:xfrm>
            <a:off x="5790528" y="3917707"/>
            <a:ext cx="319741" cy="809406"/>
          </a:xfrm>
          <a:custGeom>
            <a:rect b="b" l="l" r="r" t="t"/>
            <a:pathLst>
              <a:path extrusionOk="0" h="15517" w="6130">
                <a:moveTo>
                  <a:pt x="6130" y="0"/>
                </a:moveTo>
                <a:lnTo>
                  <a:pt x="1" y="2793"/>
                </a:lnTo>
                <a:lnTo>
                  <a:pt x="1" y="15517"/>
                </a:lnTo>
                <a:lnTo>
                  <a:pt x="6130" y="15517"/>
                </a:lnTo>
                <a:lnTo>
                  <a:pt x="613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" name="Google Shape;495;p30"/>
          <p:cNvSpPr/>
          <p:nvPr/>
        </p:nvSpPr>
        <p:spPr>
          <a:xfrm>
            <a:off x="3523515" y="4069262"/>
            <a:ext cx="2715261" cy="662809"/>
          </a:xfrm>
          <a:custGeom>
            <a:rect b="b" l="l" r="r" t="t"/>
            <a:pathLst>
              <a:path extrusionOk="0" h="10397" w="42594">
                <a:moveTo>
                  <a:pt x="1" y="0"/>
                </a:moveTo>
                <a:lnTo>
                  <a:pt x="1" y="10396"/>
                </a:lnTo>
                <a:lnTo>
                  <a:pt x="42593" y="10396"/>
                </a:lnTo>
                <a:lnTo>
                  <a:pt x="42593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6" name="Google Shape;496;p30"/>
          <p:cNvSpPr/>
          <p:nvPr/>
        </p:nvSpPr>
        <p:spPr>
          <a:xfrm>
            <a:off x="2147174" y="4489625"/>
            <a:ext cx="4849722" cy="242451"/>
          </a:xfrm>
          <a:custGeom>
            <a:rect b="b" l="l" r="r" t="t"/>
            <a:pathLst>
              <a:path extrusionOk="0" h="3803" w="61912">
                <a:moveTo>
                  <a:pt x="1" y="1"/>
                </a:moveTo>
                <a:lnTo>
                  <a:pt x="1" y="3802"/>
                </a:lnTo>
                <a:lnTo>
                  <a:pt x="61911" y="3802"/>
                </a:lnTo>
                <a:lnTo>
                  <a:pt x="61911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7" name="Google Shape;497;p30"/>
          <p:cNvSpPr/>
          <p:nvPr/>
        </p:nvSpPr>
        <p:spPr>
          <a:xfrm>
            <a:off x="3721329" y="4227552"/>
            <a:ext cx="178111" cy="173145"/>
          </a:xfrm>
          <a:custGeom>
            <a:rect b="b" l="l" r="r" t="t"/>
            <a:pathLst>
              <a:path extrusionOk="0" h="2716" w="2794">
                <a:moveTo>
                  <a:pt x="1" y="0"/>
                </a:moveTo>
                <a:lnTo>
                  <a:pt x="1" y="2715"/>
                </a:lnTo>
                <a:lnTo>
                  <a:pt x="2794" y="2715"/>
                </a:lnTo>
                <a:lnTo>
                  <a:pt x="2794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8" name="Google Shape;498;p30"/>
          <p:cNvSpPr/>
          <p:nvPr/>
        </p:nvSpPr>
        <p:spPr>
          <a:xfrm>
            <a:off x="3988440" y="4227552"/>
            <a:ext cx="173138" cy="173145"/>
          </a:xfrm>
          <a:custGeom>
            <a:rect b="b" l="l" r="r" t="t"/>
            <a:pathLst>
              <a:path extrusionOk="0" h="2716" w="2716">
                <a:moveTo>
                  <a:pt x="0" y="0"/>
                </a:moveTo>
                <a:lnTo>
                  <a:pt x="0" y="2715"/>
                </a:lnTo>
                <a:lnTo>
                  <a:pt x="2716" y="2715"/>
                </a:lnTo>
                <a:lnTo>
                  <a:pt x="2716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9" name="Google Shape;499;p30"/>
          <p:cNvSpPr/>
          <p:nvPr/>
        </p:nvSpPr>
        <p:spPr>
          <a:xfrm>
            <a:off x="4250577" y="4227552"/>
            <a:ext cx="178111" cy="173145"/>
          </a:xfrm>
          <a:custGeom>
            <a:rect b="b" l="l" r="r" t="t"/>
            <a:pathLst>
              <a:path extrusionOk="0" h="2716" w="2794">
                <a:moveTo>
                  <a:pt x="0" y="0"/>
                </a:moveTo>
                <a:lnTo>
                  <a:pt x="0" y="2715"/>
                </a:lnTo>
                <a:lnTo>
                  <a:pt x="2793" y="2715"/>
                </a:lnTo>
                <a:lnTo>
                  <a:pt x="2793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0" name="Google Shape;500;p30"/>
          <p:cNvSpPr/>
          <p:nvPr/>
        </p:nvSpPr>
        <p:spPr>
          <a:xfrm>
            <a:off x="4517624" y="4227552"/>
            <a:ext cx="173202" cy="173145"/>
          </a:xfrm>
          <a:custGeom>
            <a:rect b="b" l="l" r="r" t="t"/>
            <a:pathLst>
              <a:path extrusionOk="0" h="2716" w="2717">
                <a:moveTo>
                  <a:pt x="1" y="0"/>
                </a:moveTo>
                <a:lnTo>
                  <a:pt x="1" y="2715"/>
                </a:lnTo>
                <a:lnTo>
                  <a:pt x="2716" y="2715"/>
                </a:lnTo>
                <a:lnTo>
                  <a:pt x="2716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" name="Google Shape;501;p30"/>
          <p:cNvSpPr/>
          <p:nvPr/>
        </p:nvSpPr>
        <p:spPr>
          <a:xfrm>
            <a:off x="4779762" y="4227552"/>
            <a:ext cx="178111" cy="173145"/>
          </a:xfrm>
          <a:custGeom>
            <a:rect b="b" l="l" r="r" t="t"/>
            <a:pathLst>
              <a:path extrusionOk="0" h="2716" w="2794">
                <a:moveTo>
                  <a:pt x="1" y="0"/>
                </a:moveTo>
                <a:lnTo>
                  <a:pt x="1" y="2715"/>
                </a:lnTo>
                <a:lnTo>
                  <a:pt x="2794" y="2715"/>
                </a:lnTo>
                <a:lnTo>
                  <a:pt x="2794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2" name="Google Shape;502;p30"/>
          <p:cNvSpPr/>
          <p:nvPr/>
        </p:nvSpPr>
        <p:spPr>
          <a:xfrm>
            <a:off x="5046872" y="4227552"/>
            <a:ext cx="173138" cy="173145"/>
          </a:xfrm>
          <a:custGeom>
            <a:rect b="b" l="l" r="r" t="t"/>
            <a:pathLst>
              <a:path extrusionOk="0" h="2716" w="2716">
                <a:moveTo>
                  <a:pt x="0" y="0"/>
                </a:moveTo>
                <a:lnTo>
                  <a:pt x="0" y="2715"/>
                </a:lnTo>
                <a:lnTo>
                  <a:pt x="2715" y="2715"/>
                </a:lnTo>
                <a:lnTo>
                  <a:pt x="2715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3" name="Google Shape;503;p30"/>
          <p:cNvSpPr/>
          <p:nvPr/>
        </p:nvSpPr>
        <p:spPr>
          <a:xfrm>
            <a:off x="5308946" y="4227552"/>
            <a:ext cx="178111" cy="173145"/>
          </a:xfrm>
          <a:custGeom>
            <a:rect b="b" l="l" r="r" t="t"/>
            <a:pathLst>
              <a:path extrusionOk="0" h="2716" w="2794">
                <a:moveTo>
                  <a:pt x="1" y="0"/>
                </a:moveTo>
                <a:lnTo>
                  <a:pt x="1" y="2715"/>
                </a:lnTo>
                <a:lnTo>
                  <a:pt x="2794" y="2715"/>
                </a:lnTo>
                <a:lnTo>
                  <a:pt x="2794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4" name="Google Shape;504;p30"/>
          <p:cNvSpPr/>
          <p:nvPr/>
        </p:nvSpPr>
        <p:spPr>
          <a:xfrm>
            <a:off x="5576056" y="4227552"/>
            <a:ext cx="173138" cy="173145"/>
          </a:xfrm>
          <a:custGeom>
            <a:rect b="b" l="l" r="r" t="t"/>
            <a:pathLst>
              <a:path extrusionOk="0" h="2716" w="2716">
                <a:moveTo>
                  <a:pt x="0" y="0"/>
                </a:moveTo>
                <a:lnTo>
                  <a:pt x="0" y="2715"/>
                </a:lnTo>
                <a:lnTo>
                  <a:pt x="2716" y="2715"/>
                </a:lnTo>
                <a:lnTo>
                  <a:pt x="2716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30"/>
          <p:cNvSpPr/>
          <p:nvPr/>
        </p:nvSpPr>
        <p:spPr>
          <a:xfrm>
            <a:off x="5838194" y="4227552"/>
            <a:ext cx="178111" cy="173145"/>
          </a:xfrm>
          <a:custGeom>
            <a:rect b="b" l="l" r="r" t="t"/>
            <a:pathLst>
              <a:path extrusionOk="0" h="2716" w="2794">
                <a:moveTo>
                  <a:pt x="0" y="0"/>
                </a:moveTo>
                <a:lnTo>
                  <a:pt x="0" y="2715"/>
                </a:lnTo>
                <a:lnTo>
                  <a:pt x="2793" y="2715"/>
                </a:lnTo>
                <a:lnTo>
                  <a:pt x="2793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06" name="Google Shape;506;p30"/>
          <p:cNvGrpSpPr/>
          <p:nvPr/>
        </p:nvGrpSpPr>
        <p:grpSpPr>
          <a:xfrm>
            <a:off x="2398349" y="3202225"/>
            <a:ext cx="845823" cy="430374"/>
            <a:chOff x="2398349" y="3202225"/>
            <a:chExt cx="845823" cy="430374"/>
          </a:xfrm>
        </p:grpSpPr>
        <p:sp>
          <p:nvSpPr>
            <p:cNvPr id="507" name="Google Shape;507;p30"/>
            <p:cNvSpPr/>
            <p:nvPr/>
          </p:nvSpPr>
          <p:spPr>
            <a:xfrm>
              <a:off x="2888009" y="3419865"/>
              <a:ext cx="163257" cy="163264"/>
            </a:xfrm>
            <a:custGeom>
              <a:rect b="b" l="l" r="r" t="t"/>
              <a:pathLst>
                <a:path extrusionOk="0" h="2561" w="2561">
                  <a:moveTo>
                    <a:pt x="1009" y="0"/>
                  </a:moveTo>
                  <a:lnTo>
                    <a:pt x="776" y="78"/>
                  </a:lnTo>
                  <a:lnTo>
                    <a:pt x="621" y="155"/>
                  </a:lnTo>
                  <a:lnTo>
                    <a:pt x="389" y="311"/>
                  </a:lnTo>
                  <a:lnTo>
                    <a:pt x="233" y="543"/>
                  </a:lnTo>
                  <a:lnTo>
                    <a:pt x="78" y="776"/>
                  </a:lnTo>
                  <a:lnTo>
                    <a:pt x="78" y="1009"/>
                  </a:lnTo>
                  <a:lnTo>
                    <a:pt x="1" y="1242"/>
                  </a:lnTo>
                  <a:lnTo>
                    <a:pt x="78" y="1474"/>
                  </a:lnTo>
                  <a:lnTo>
                    <a:pt x="78" y="1785"/>
                  </a:lnTo>
                  <a:lnTo>
                    <a:pt x="233" y="1940"/>
                  </a:lnTo>
                  <a:lnTo>
                    <a:pt x="389" y="2173"/>
                  </a:lnTo>
                  <a:lnTo>
                    <a:pt x="621" y="2328"/>
                  </a:lnTo>
                  <a:lnTo>
                    <a:pt x="776" y="2405"/>
                  </a:lnTo>
                  <a:lnTo>
                    <a:pt x="1009" y="2483"/>
                  </a:lnTo>
                  <a:lnTo>
                    <a:pt x="1320" y="2560"/>
                  </a:lnTo>
                  <a:lnTo>
                    <a:pt x="1552" y="2483"/>
                  </a:lnTo>
                  <a:lnTo>
                    <a:pt x="1785" y="2405"/>
                  </a:lnTo>
                  <a:lnTo>
                    <a:pt x="2018" y="2328"/>
                  </a:lnTo>
                  <a:lnTo>
                    <a:pt x="2173" y="2173"/>
                  </a:lnTo>
                  <a:lnTo>
                    <a:pt x="2406" y="1940"/>
                  </a:lnTo>
                  <a:lnTo>
                    <a:pt x="2483" y="1785"/>
                  </a:lnTo>
                  <a:lnTo>
                    <a:pt x="2561" y="1474"/>
                  </a:lnTo>
                  <a:lnTo>
                    <a:pt x="2561" y="1242"/>
                  </a:lnTo>
                  <a:lnTo>
                    <a:pt x="2561" y="1009"/>
                  </a:lnTo>
                  <a:lnTo>
                    <a:pt x="2483" y="776"/>
                  </a:lnTo>
                  <a:lnTo>
                    <a:pt x="2406" y="543"/>
                  </a:lnTo>
                  <a:lnTo>
                    <a:pt x="2173" y="311"/>
                  </a:lnTo>
                  <a:lnTo>
                    <a:pt x="2018" y="155"/>
                  </a:lnTo>
                  <a:lnTo>
                    <a:pt x="1785" y="78"/>
                  </a:lnTo>
                  <a:lnTo>
                    <a:pt x="155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8" name="Google Shape;508;p30"/>
            <p:cNvSpPr/>
            <p:nvPr/>
          </p:nvSpPr>
          <p:spPr>
            <a:xfrm>
              <a:off x="2952332" y="3335780"/>
              <a:ext cx="173138" cy="173145"/>
            </a:xfrm>
            <a:custGeom>
              <a:rect b="b" l="l" r="r" t="t"/>
              <a:pathLst>
                <a:path extrusionOk="0" h="2716" w="2716">
                  <a:moveTo>
                    <a:pt x="1086" y="0"/>
                  </a:moveTo>
                  <a:lnTo>
                    <a:pt x="854" y="78"/>
                  </a:lnTo>
                  <a:lnTo>
                    <a:pt x="621" y="233"/>
                  </a:lnTo>
                  <a:lnTo>
                    <a:pt x="388" y="388"/>
                  </a:lnTo>
                  <a:lnTo>
                    <a:pt x="233" y="621"/>
                  </a:lnTo>
                  <a:lnTo>
                    <a:pt x="78" y="854"/>
                  </a:lnTo>
                  <a:lnTo>
                    <a:pt x="0" y="1087"/>
                  </a:lnTo>
                  <a:lnTo>
                    <a:pt x="0" y="1319"/>
                  </a:lnTo>
                  <a:lnTo>
                    <a:pt x="0" y="1630"/>
                  </a:lnTo>
                  <a:lnTo>
                    <a:pt x="78" y="1862"/>
                  </a:lnTo>
                  <a:lnTo>
                    <a:pt x="233" y="2095"/>
                  </a:lnTo>
                  <a:lnTo>
                    <a:pt x="388" y="2328"/>
                  </a:lnTo>
                  <a:lnTo>
                    <a:pt x="621" y="2483"/>
                  </a:lnTo>
                  <a:lnTo>
                    <a:pt x="854" y="2638"/>
                  </a:lnTo>
                  <a:lnTo>
                    <a:pt x="1086" y="2716"/>
                  </a:lnTo>
                  <a:lnTo>
                    <a:pt x="1629" y="2716"/>
                  </a:lnTo>
                  <a:lnTo>
                    <a:pt x="1862" y="2638"/>
                  </a:lnTo>
                  <a:lnTo>
                    <a:pt x="2095" y="2483"/>
                  </a:lnTo>
                  <a:lnTo>
                    <a:pt x="2328" y="2328"/>
                  </a:lnTo>
                  <a:lnTo>
                    <a:pt x="2483" y="2095"/>
                  </a:lnTo>
                  <a:lnTo>
                    <a:pt x="2638" y="1862"/>
                  </a:lnTo>
                  <a:lnTo>
                    <a:pt x="2716" y="1630"/>
                  </a:lnTo>
                  <a:lnTo>
                    <a:pt x="2716" y="1319"/>
                  </a:lnTo>
                  <a:lnTo>
                    <a:pt x="2716" y="1087"/>
                  </a:lnTo>
                  <a:lnTo>
                    <a:pt x="2638" y="854"/>
                  </a:lnTo>
                  <a:lnTo>
                    <a:pt x="2483" y="621"/>
                  </a:lnTo>
                  <a:lnTo>
                    <a:pt x="2328" y="388"/>
                  </a:lnTo>
                  <a:lnTo>
                    <a:pt x="2095" y="233"/>
                  </a:lnTo>
                  <a:lnTo>
                    <a:pt x="1862" y="78"/>
                  </a:lnTo>
                  <a:lnTo>
                    <a:pt x="162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9" name="Google Shape;509;p30"/>
            <p:cNvSpPr/>
            <p:nvPr/>
          </p:nvSpPr>
          <p:spPr>
            <a:xfrm>
              <a:off x="2942451" y="3281338"/>
              <a:ext cx="158285" cy="153382"/>
            </a:xfrm>
            <a:custGeom>
              <a:rect b="b" l="l" r="r" t="t"/>
              <a:pathLst>
                <a:path extrusionOk="0" h="2406" w="2483">
                  <a:moveTo>
                    <a:pt x="1009" y="1"/>
                  </a:moveTo>
                  <a:lnTo>
                    <a:pt x="776" y="79"/>
                  </a:lnTo>
                  <a:lnTo>
                    <a:pt x="388" y="311"/>
                  </a:lnTo>
                  <a:lnTo>
                    <a:pt x="78" y="699"/>
                  </a:lnTo>
                  <a:lnTo>
                    <a:pt x="78" y="932"/>
                  </a:lnTo>
                  <a:lnTo>
                    <a:pt x="0" y="1242"/>
                  </a:lnTo>
                  <a:lnTo>
                    <a:pt x="78" y="1475"/>
                  </a:lnTo>
                  <a:lnTo>
                    <a:pt x="78" y="1708"/>
                  </a:lnTo>
                  <a:lnTo>
                    <a:pt x="388" y="2096"/>
                  </a:lnTo>
                  <a:lnTo>
                    <a:pt x="776" y="2328"/>
                  </a:lnTo>
                  <a:lnTo>
                    <a:pt x="1009" y="2406"/>
                  </a:lnTo>
                  <a:lnTo>
                    <a:pt x="1474" y="2406"/>
                  </a:lnTo>
                  <a:lnTo>
                    <a:pt x="1707" y="2328"/>
                  </a:lnTo>
                  <a:lnTo>
                    <a:pt x="2095" y="2096"/>
                  </a:lnTo>
                  <a:lnTo>
                    <a:pt x="2328" y="1708"/>
                  </a:lnTo>
                  <a:lnTo>
                    <a:pt x="2405" y="1475"/>
                  </a:lnTo>
                  <a:lnTo>
                    <a:pt x="2483" y="1242"/>
                  </a:lnTo>
                  <a:lnTo>
                    <a:pt x="2405" y="932"/>
                  </a:lnTo>
                  <a:lnTo>
                    <a:pt x="2328" y="699"/>
                  </a:lnTo>
                  <a:lnTo>
                    <a:pt x="2095" y="311"/>
                  </a:lnTo>
                  <a:lnTo>
                    <a:pt x="1707" y="79"/>
                  </a:lnTo>
                  <a:lnTo>
                    <a:pt x="147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0" name="Google Shape;510;p30"/>
            <p:cNvSpPr/>
            <p:nvPr/>
          </p:nvSpPr>
          <p:spPr>
            <a:xfrm>
              <a:off x="3046299" y="3246722"/>
              <a:ext cx="133551" cy="133620"/>
            </a:xfrm>
            <a:custGeom>
              <a:rect b="b" l="l" r="r" t="t"/>
              <a:pathLst>
                <a:path extrusionOk="0" h="2096" w="2095">
                  <a:moveTo>
                    <a:pt x="1009" y="1"/>
                  </a:moveTo>
                  <a:lnTo>
                    <a:pt x="621" y="78"/>
                  </a:lnTo>
                  <a:lnTo>
                    <a:pt x="311" y="311"/>
                  </a:lnTo>
                  <a:lnTo>
                    <a:pt x="78" y="622"/>
                  </a:lnTo>
                  <a:lnTo>
                    <a:pt x="0" y="1009"/>
                  </a:lnTo>
                  <a:lnTo>
                    <a:pt x="78" y="1475"/>
                  </a:lnTo>
                  <a:lnTo>
                    <a:pt x="311" y="1785"/>
                  </a:lnTo>
                  <a:lnTo>
                    <a:pt x="621" y="2018"/>
                  </a:lnTo>
                  <a:lnTo>
                    <a:pt x="1009" y="2096"/>
                  </a:lnTo>
                  <a:lnTo>
                    <a:pt x="1474" y="2018"/>
                  </a:lnTo>
                  <a:lnTo>
                    <a:pt x="1785" y="1785"/>
                  </a:lnTo>
                  <a:lnTo>
                    <a:pt x="2017" y="1475"/>
                  </a:lnTo>
                  <a:lnTo>
                    <a:pt x="2095" y="1009"/>
                  </a:lnTo>
                  <a:lnTo>
                    <a:pt x="2017" y="622"/>
                  </a:lnTo>
                  <a:lnTo>
                    <a:pt x="1785" y="311"/>
                  </a:lnTo>
                  <a:lnTo>
                    <a:pt x="1474" y="78"/>
                  </a:lnTo>
                  <a:lnTo>
                    <a:pt x="100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1" name="Google Shape;511;p30"/>
            <p:cNvSpPr/>
            <p:nvPr/>
          </p:nvSpPr>
          <p:spPr>
            <a:xfrm>
              <a:off x="3016592" y="3385249"/>
              <a:ext cx="168230" cy="173145"/>
            </a:xfrm>
            <a:custGeom>
              <a:rect b="b" l="l" r="r" t="t"/>
              <a:pathLst>
                <a:path extrusionOk="0" h="2716" w="2639">
                  <a:moveTo>
                    <a:pt x="1242" y="0"/>
                  </a:moveTo>
                  <a:lnTo>
                    <a:pt x="1009" y="78"/>
                  </a:lnTo>
                  <a:lnTo>
                    <a:pt x="777" y="155"/>
                  </a:lnTo>
                  <a:lnTo>
                    <a:pt x="544" y="311"/>
                  </a:lnTo>
                  <a:lnTo>
                    <a:pt x="311" y="466"/>
                  </a:lnTo>
                  <a:lnTo>
                    <a:pt x="156" y="698"/>
                  </a:lnTo>
                  <a:lnTo>
                    <a:pt x="78" y="931"/>
                  </a:lnTo>
                  <a:lnTo>
                    <a:pt x="1" y="1164"/>
                  </a:lnTo>
                  <a:lnTo>
                    <a:pt x="1" y="1474"/>
                  </a:lnTo>
                  <a:lnTo>
                    <a:pt x="1" y="1707"/>
                  </a:lnTo>
                  <a:lnTo>
                    <a:pt x="78" y="1940"/>
                  </a:lnTo>
                  <a:lnTo>
                    <a:pt x="234" y="2172"/>
                  </a:lnTo>
                  <a:lnTo>
                    <a:pt x="389" y="2405"/>
                  </a:lnTo>
                  <a:lnTo>
                    <a:pt x="621" y="2560"/>
                  </a:lnTo>
                  <a:lnTo>
                    <a:pt x="854" y="2638"/>
                  </a:lnTo>
                  <a:lnTo>
                    <a:pt x="1087" y="2716"/>
                  </a:lnTo>
                  <a:lnTo>
                    <a:pt x="1630" y="2716"/>
                  </a:lnTo>
                  <a:lnTo>
                    <a:pt x="1863" y="2638"/>
                  </a:lnTo>
                  <a:lnTo>
                    <a:pt x="2096" y="2483"/>
                  </a:lnTo>
                  <a:lnTo>
                    <a:pt x="2328" y="2328"/>
                  </a:lnTo>
                  <a:lnTo>
                    <a:pt x="2483" y="2095"/>
                  </a:lnTo>
                  <a:lnTo>
                    <a:pt x="2561" y="1862"/>
                  </a:lnTo>
                  <a:lnTo>
                    <a:pt x="2639" y="1552"/>
                  </a:lnTo>
                  <a:lnTo>
                    <a:pt x="2639" y="1319"/>
                  </a:lnTo>
                  <a:lnTo>
                    <a:pt x="2639" y="1086"/>
                  </a:lnTo>
                  <a:lnTo>
                    <a:pt x="2561" y="776"/>
                  </a:lnTo>
                  <a:lnTo>
                    <a:pt x="2406" y="621"/>
                  </a:lnTo>
                  <a:lnTo>
                    <a:pt x="2251" y="388"/>
                  </a:lnTo>
                  <a:lnTo>
                    <a:pt x="2018" y="233"/>
                  </a:lnTo>
                  <a:lnTo>
                    <a:pt x="1785" y="78"/>
                  </a:lnTo>
                  <a:lnTo>
                    <a:pt x="155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2" name="Google Shape;512;p30"/>
            <p:cNvSpPr/>
            <p:nvPr/>
          </p:nvSpPr>
          <p:spPr>
            <a:xfrm>
              <a:off x="3031445" y="3291283"/>
              <a:ext cx="173138" cy="173145"/>
            </a:xfrm>
            <a:custGeom>
              <a:rect b="b" l="l" r="r" t="t"/>
              <a:pathLst>
                <a:path extrusionOk="0" h="2716" w="2716">
                  <a:moveTo>
                    <a:pt x="1009" y="0"/>
                  </a:moveTo>
                  <a:lnTo>
                    <a:pt x="776" y="155"/>
                  </a:lnTo>
                  <a:lnTo>
                    <a:pt x="544" y="233"/>
                  </a:lnTo>
                  <a:lnTo>
                    <a:pt x="311" y="388"/>
                  </a:lnTo>
                  <a:lnTo>
                    <a:pt x="156" y="621"/>
                  </a:lnTo>
                  <a:lnTo>
                    <a:pt x="78" y="854"/>
                  </a:lnTo>
                  <a:lnTo>
                    <a:pt x="1" y="1164"/>
                  </a:lnTo>
                  <a:lnTo>
                    <a:pt x="1" y="1397"/>
                  </a:lnTo>
                  <a:lnTo>
                    <a:pt x="1" y="1707"/>
                  </a:lnTo>
                  <a:lnTo>
                    <a:pt x="78" y="1940"/>
                  </a:lnTo>
                  <a:lnTo>
                    <a:pt x="233" y="2172"/>
                  </a:lnTo>
                  <a:lnTo>
                    <a:pt x="388" y="2328"/>
                  </a:lnTo>
                  <a:lnTo>
                    <a:pt x="621" y="2483"/>
                  </a:lnTo>
                  <a:lnTo>
                    <a:pt x="854" y="2638"/>
                  </a:lnTo>
                  <a:lnTo>
                    <a:pt x="1164" y="2715"/>
                  </a:lnTo>
                  <a:lnTo>
                    <a:pt x="1397" y="2715"/>
                  </a:lnTo>
                  <a:lnTo>
                    <a:pt x="1630" y="2638"/>
                  </a:lnTo>
                  <a:lnTo>
                    <a:pt x="1940" y="2560"/>
                  </a:lnTo>
                  <a:lnTo>
                    <a:pt x="2095" y="2483"/>
                  </a:lnTo>
                  <a:lnTo>
                    <a:pt x="2328" y="2250"/>
                  </a:lnTo>
                  <a:lnTo>
                    <a:pt x="2483" y="2095"/>
                  </a:lnTo>
                  <a:lnTo>
                    <a:pt x="2638" y="1862"/>
                  </a:lnTo>
                  <a:lnTo>
                    <a:pt x="2716" y="1552"/>
                  </a:lnTo>
                  <a:lnTo>
                    <a:pt x="2716" y="1319"/>
                  </a:lnTo>
                  <a:lnTo>
                    <a:pt x="2638" y="1009"/>
                  </a:lnTo>
                  <a:lnTo>
                    <a:pt x="2561" y="776"/>
                  </a:lnTo>
                  <a:lnTo>
                    <a:pt x="2406" y="543"/>
                  </a:lnTo>
                  <a:lnTo>
                    <a:pt x="2250" y="388"/>
                  </a:lnTo>
                  <a:lnTo>
                    <a:pt x="2095" y="233"/>
                  </a:lnTo>
                  <a:lnTo>
                    <a:pt x="1785" y="78"/>
                  </a:lnTo>
                  <a:lnTo>
                    <a:pt x="155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3" name="Google Shape;513;p30"/>
            <p:cNvSpPr/>
            <p:nvPr/>
          </p:nvSpPr>
          <p:spPr>
            <a:xfrm>
              <a:off x="3071034" y="3202225"/>
              <a:ext cx="173138" cy="173145"/>
            </a:xfrm>
            <a:custGeom>
              <a:rect b="b" l="l" r="r" t="t"/>
              <a:pathLst>
                <a:path extrusionOk="0" h="2716" w="2716">
                  <a:moveTo>
                    <a:pt x="1242" y="1"/>
                  </a:moveTo>
                  <a:lnTo>
                    <a:pt x="1009" y="78"/>
                  </a:lnTo>
                  <a:lnTo>
                    <a:pt x="776" y="156"/>
                  </a:lnTo>
                  <a:lnTo>
                    <a:pt x="543" y="311"/>
                  </a:lnTo>
                  <a:lnTo>
                    <a:pt x="311" y="466"/>
                  </a:lnTo>
                  <a:lnTo>
                    <a:pt x="155" y="699"/>
                  </a:lnTo>
                  <a:lnTo>
                    <a:pt x="78" y="932"/>
                  </a:lnTo>
                  <a:lnTo>
                    <a:pt x="0" y="1164"/>
                  </a:lnTo>
                  <a:lnTo>
                    <a:pt x="0" y="1475"/>
                  </a:lnTo>
                  <a:lnTo>
                    <a:pt x="0" y="1707"/>
                  </a:lnTo>
                  <a:lnTo>
                    <a:pt x="78" y="1940"/>
                  </a:lnTo>
                  <a:lnTo>
                    <a:pt x="233" y="2173"/>
                  </a:lnTo>
                  <a:lnTo>
                    <a:pt x="388" y="2406"/>
                  </a:lnTo>
                  <a:lnTo>
                    <a:pt x="621" y="2561"/>
                  </a:lnTo>
                  <a:lnTo>
                    <a:pt x="854" y="2638"/>
                  </a:lnTo>
                  <a:lnTo>
                    <a:pt x="1164" y="2716"/>
                  </a:lnTo>
                  <a:lnTo>
                    <a:pt x="1629" y="2716"/>
                  </a:lnTo>
                  <a:lnTo>
                    <a:pt x="1940" y="2638"/>
                  </a:lnTo>
                  <a:lnTo>
                    <a:pt x="2095" y="2483"/>
                  </a:lnTo>
                  <a:lnTo>
                    <a:pt x="2328" y="2328"/>
                  </a:lnTo>
                  <a:lnTo>
                    <a:pt x="2483" y="2095"/>
                  </a:lnTo>
                  <a:lnTo>
                    <a:pt x="2638" y="1863"/>
                  </a:lnTo>
                  <a:lnTo>
                    <a:pt x="2716" y="1630"/>
                  </a:lnTo>
                  <a:lnTo>
                    <a:pt x="2716" y="1320"/>
                  </a:lnTo>
                  <a:lnTo>
                    <a:pt x="2638" y="1087"/>
                  </a:lnTo>
                  <a:lnTo>
                    <a:pt x="2560" y="854"/>
                  </a:lnTo>
                  <a:lnTo>
                    <a:pt x="2405" y="621"/>
                  </a:lnTo>
                  <a:lnTo>
                    <a:pt x="2250" y="389"/>
                  </a:lnTo>
                  <a:lnTo>
                    <a:pt x="2017" y="233"/>
                  </a:lnTo>
                  <a:lnTo>
                    <a:pt x="1785" y="78"/>
                  </a:lnTo>
                  <a:lnTo>
                    <a:pt x="1552" y="78"/>
                  </a:lnTo>
                  <a:lnTo>
                    <a:pt x="124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4" name="Google Shape;514;p30"/>
            <p:cNvSpPr/>
            <p:nvPr/>
          </p:nvSpPr>
          <p:spPr>
            <a:xfrm>
              <a:off x="2398349" y="3469335"/>
              <a:ext cx="168230" cy="163264"/>
            </a:xfrm>
            <a:custGeom>
              <a:rect b="b" l="l" r="r" t="t"/>
              <a:pathLst>
                <a:path extrusionOk="0" h="2561" w="2639">
                  <a:moveTo>
                    <a:pt x="1087" y="0"/>
                  </a:moveTo>
                  <a:lnTo>
                    <a:pt x="854" y="78"/>
                  </a:lnTo>
                  <a:lnTo>
                    <a:pt x="622" y="233"/>
                  </a:lnTo>
                  <a:lnTo>
                    <a:pt x="389" y="388"/>
                  </a:lnTo>
                  <a:lnTo>
                    <a:pt x="234" y="543"/>
                  </a:lnTo>
                  <a:lnTo>
                    <a:pt x="156" y="776"/>
                  </a:lnTo>
                  <a:lnTo>
                    <a:pt x="79" y="1009"/>
                  </a:lnTo>
                  <a:lnTo>
                    <a:pt x="1" y="1319"/>
                  </a:lnTo>
                  <a:lnTo>
                    <a:pt x="79" y="1552"/>
                  </a:lnTo>
                  <a:lnTo>
                    <a:pt x="156" y="1784"/>
                  </a:lnTo>
                  <a:lnTo>
                    <a:pt x="234" y="2017"/>
                  </a:lnTo>
                  <a:lnTo>
                    <a:pt x="389" y="2172"/>
                  </a:lnTo>
                  <a:lnTo>
                    <a:pt x="622" y="2328"/>
                  </a:lnTo>
                  <a:lnTo>
                    <a:pt x="854" y="2483"/>
                  </a:lnTo>
                  <a:lnTo>
                    <a:pt x="1087" y="2560"/>
                  </a:lnTo>
                  <a:lnTo>
                    <a:pt x="1553" y="2560"/>
                  </a:lnTo>
                  <a:lnTo>
                    <a:pt x="1863" y="2483"/>
                  </a:lnTo>
                  <a:lnTo>
                    <a:pt x="2018" y="2328"/>
                  </a:lnTo>
                  <a:lnTo>
                    <a:pt x="2251" y="2172"/>
                  </a:lnTo>
                  <a:lnTo>
                    <a:pt x="2406" y="2017"/>
                  </a:lnTo>
                  <a:lnTo>
                    <a:pt x="2484" y="1784"/>
                  </a:lnTo>
                  <a:lnTo>
                    <a:pt x="2561" y="1552"/>
                  </a:lnTo>
                  <a:lnTo>
                    <a:pt x="2639" y="1319"/>
                  </a:lnTo>
                  <a:lnTo>
                    <a:pt x="2561" y="1009"/>
                  </a:lnTo>
                  <a:lnTo>
                    <a:pt x="2484" y="776"/>
                  </a:lnTo>
                  <a:lnTo>
                    <a:pt x="2406" y="543"/>
                  </a:lnTo>
                  <a:lnTo>
                    <a:pt x="2251" y="388"/>
                  </a:lnTo>
                  <a:lnTo>
                    <a:pt x="2018" y="233"/>
                  </a:lnTo>
                  <a:lnTo>
                    <a:pt x="1863" y="78"/>
                  </a:lnTo>
                  <a:lnTo>
                    <a:pt x="155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5" name="Google Shape;515;p30"/>
            <p:cNvSpPr/>
            <p:nvPr/>
          </p:nvSpPr>
          <p:spPr>
            <a:xfrm>
              <a:off x="2462673" y="3385249"/>
              <a:ext cx="173138" cy="173145"/>
            </a:xfrm>
            <a:custGeom>
              <a:rect b="b" l="l" r="r" t="t"/>
              <a:pathLst>
                <a:path extrusionOk="0" h="2716" w="2716">
                  <a:moveTo>
                    <a:pt x="1397" y="0"/>
                  </a:moveTo>
                  <a:lnTo>
                    <a:pt x="1087" y="78"/>
                  </a:lnTo>
                  <a:lnTo>
                    <a:pt x="854" y="155"/>
                  </a:lnTo>
                  <a:lnTo>
                    <a:pt x="621" y="233"/>
                  </a:lnTo>
                  <a:lnTo>
                    <a:pt x="388" y="466"/>
                  </a:lnTo>
                  <a:lnTo>
                    <a:pt x="233" y="621"/>
                  </a:lnTo>
                  <a:lnTo>
                    <a:pt x="156" y="854"/>
                  </a:lnTo>
                  <a:lnTo>
                    <a:pt x="78" y="1086"/>
                  </a:lnTo>
                  <a:lnTo>
                    <a:pt x="1" y="1397"/>
                  </a:lnTo>
                  <a:lnTo>
                    <a:pt x="78" y="1707"/>
                  </a:lnTo>
                  <a:lnTo>
                    <a:pt x="156" y="1940"/>
                  </a:lnTo>
                  <a:lnTo>
                    <a:pt x="233" y="2172"/>
                  </a:lnTo>
                  <a:lnTo>
                    <a:pt x="388" y="2328"/>
                  </a:lnTo>
                  <a:lnTo>
                    <a:pt x="621" y="2560"/>
                  </a:lnTo>
                  <a:lnTo>
                    <a:pt x="854" y="2638"/>
                  </a:lnTo>
                  <a:lnTo>
                    <a:pt x="1087" y="2716"/>
                  </a:lnTo>
                  <a:lnTo>
                    <a:pt x="1630" y="2716"/>
                  </a:lnTo>
                  <a:lnTo>
                    <a:pt x="1940" y="2638"/>
                  </a:lnTo>
                  <a:lnTo>
                    <a:pt x="2173" y="2560"/>
                  </a:lnTo>
                  <a:lnTo>
                    <a:pt x="2328" y="2328"/>
                  </a:lnTo>
                  <a:lnTo>
                    <a:pt x="2483" y="2172"/>
                  </a:lnTo>
                  <a:lnTo>
                    <a:pt x="2638" y="1940"/>
                  </a:lnTo>
                  <a:lnTo>
                    <a:pt x="2716" y="1707"/>
                  </a:lnTo>
                  <a:lnTo>
                    <a:pt x="2716" y="1397"/>
                  </a:lnTo>
                  <a:lnTo>
                    <a:pt x="2716" y="1086"/>
                  </a:lnTo>
                  <a:lnTo>
                    <a:pt x="2638" y="854"/>
                  </a:lnTo>
                  <a:lnTo>
                    <a:pt x="2483" y="621"/>
                  </a:lnTo>
                  <a:lnTo>
                    <a:pt x="2328" y="466"/>
                  </a:lnTo>
                  <a:lnTo>
                    <a:pt x="2173" y="233"/>
                  </a:lnTo>
                  <a:lnTo>
                    <a:pt x="1940" y="155"/>
                  </a:lnTo>
                  <a:lnTo>
                    <a:pt x="1630" y="78"/>
                  </a:lnTo>
                  <a:lnTo>
                    <a:pt x="139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6" name="Google Shape;516;p30"/>
            <p:cNvSpPr/>
            <p:nvPr/>
          </p:nvSpPr>
          <p:spPr>
            <a:xfrm>
              <a:off x="2457700" y="3330807"/>
              <a:ext cx="153440" cy="158355"/>
            </a:xfrm>
            <a:custGeom>
              <a:rect b="b" l="l" r="r" t="t"/>
              <a:pathLst>
                <a:path extrusionOk="0" h="2484" w="2407">
                  <a:moveTo>
                    <a:pt x="1165" y="1"/>
                  </a:moveTo>
                  <a:lnTo>
                    <a:pt x="932" y="78"/>
                  </a:lnTo>
                  <a:lnTo>
                    <a:pt x="699" y="156"/>
                  </a:lnTo>
                  <a:lnTo>
                    <a:pt x="311" y="389"/>
                  </a:lnTo>
                  <a:lnTo>
                    <a:pt x="79" y="777"/>
                  </a:lnTo>
                  <a:lnTo>
                    <a:pt x="1" y="1009"/>
                  </a:lnTo>
                  <a:lnTo>
                    <a:pt x="1" y="1242"/>
                  </a:lnTo>
                  <a:lnTo>
                    <a:pt x="1" y="1475"/>
                  </a:lnTo>
                  <a:lnTo>
                    <a:pt x="79" y="1708"/>
                  </a:lnTo>
                  <a:lnTo>
                    <a:pt x="311" y="2095"/>
                  </a:lnTo>
                  <a:lnTo>
                    <a:pt x="699" y="2406"/>
                  </a:lnTo>
                  <a:lnTo>
                    <a:pt x="932" y="2406"/>
                  </a:lnTo>
                  <a:lnTo>
                    <a:pt x="1165" y="2483"/>
                  </a:lnTo>
                  <a:lnTo>
                    <a:pt x="1397" y="2406"/>
                  </a:lnTo>
                  <a:lnTo>
                    <a:pt x="1630" y="2406"/>
                  </a:lnTo>
                  <a:lnTo>
                    <a:pt x="2018" y="2095"/>
                  </a:lnTo>
                  <a:lnTo>
                    <a:pt x="2328" y="1708"/>
                  </a:lnTo>
                  <a:lnTo>
                    <a:pt x="2406" y="1475"/>
                  </a:lnTo>
                  <a:lnTo>
                    <a:pt x="2406" y="1242"/>
                  </a:lnTo>
                  <a:lnTo>
                    <a:pt x="2406" y="1009"/>
                  </a:lnTo>
                  <a:lnTo>
                    <a:pt x="2328" y="777"/>
                  </a:lnTo>
                  <a:lnTo>
                    <a:pt x="2018" y="389"/>
                  </a:lnTo>
                  <a:lnTo>
                    <a:pt x="1630" y="156"/>
                  </a:lnTo>
                  <a:lnTo>
                    <a:pt x="1397" y="78"/>
                  </a:lnTo>
                  <a:lnTo>
                    <a:pt x="116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7" name="Google Shape;517;p30"/>
            <p:cNvSpPr/>
            <p:nvPr/>
          </p:nvSpPr>
          <p:spPr>
            <a:xfrm>
              <a:off x="2556639" y="3296191"/>
              <a:ext cx="133615" cy="138529"/>
            </a:xfrm>
            <a:custGeom>
              <a:rect b="b" l="l" r="r" t="t"/>
              <a:pathLst>
                <a:path extrusionOk="0" h="2173" w="2096">
                  <a:moveTo>
                    <a:pt x="1087" y="1"/>
                  </a:moveTo>
                  <a:lnTo>
                    <a:pt x="621" y="78"/>
                  </a:lnTo>
                  <a:lnTo>
                    <a:pt x="311" y="311"/>
                  </a:lnTo>
                  <a:lnTo>
                    <a:pt x="78" y="699"/>
                  </a:lnTo>
                  <a:lnTo>
                    <a:pt x="1" y="1087"/>
                  </a:lnTo>
                  <a:lnTo>
                    <a:pt x="78" y="1475"/>
                  </a:lnTo>
                  <a:lnTo>
                    <a:pt x="311" y="1863"/>
                  </a:lnTo>
                  <a:lnTo>
                    <a:pt x="621" y="2095"/>
                  </a:lnTo>
                  <a:lnTo>
                    <a:pt x="1087" y="2173"/>
                  </a:lnTo>
                  <a:lnTo>
                    <a:pt x="1475" y="2095"/>
                  </a:lnTo>
                  <a:lnTo>
                    <a:pt x="1785" y="1863"/>
                  </a:lnTo>
                  <a:lnTo>
                    <a:pt x="2018" y="1475"/>
                  </a:lnTo>
                  <a:lnTo>
                    <a:pt x="2095" y="1087"/>
                  </a:lnTo>
                  <a:lnTo>
                    <a:pt x="2018" y="699"/>
                  </a:lnTo>
                  <a:lnTo>
                    <a:pt x="1785" y="311"/>
                  </a:lnTo>
                  <a:lnTo>
                    <a:pt x="1475" y="78"/>
                  </a:lnTo>
                  <a:lnTo>
                    <a:pt x="108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8" name="Google Shape;518;p30"/>
            <p:cNvSpPr/>
            <p:nvPr/>
          </p:nvSpPr>
          <p:spPr>
            <a:xfrm>
              <a:off x="2526996" y="3439628"/>
              <a:ext cx="173138" cy="173145"/>
            </a:xfrm>
            <a:custGeom>
              <a:rect b="b" l="l" r="r" t="t"/>
              <a:pathLst>
                <a:path extrusionOk="0" h="2716" w="2716">
                  <a:moveTo>
                    <a:pt x="1009" y="1"/>
                  </a:moveTo>
                  <a:lnTo>
                    <a:pt x="776" y="78"/>
                  </a:lnTo>
                  <a:lnTo>
                    <a:pt x="543" y="233"/>
                  </a:lnTo>
                  <a:lnTo>
                    <a:pt x="388" y="388"/>
                  </a:lnTo>
                  <a:lnTo>
                    <a:pt x="155" y="621"/>
                  </a:lnTo>
                  <a:lnTo>
                    <a:pt x="78" y="854"/>
                  </a:lnTo>
                  <a:lnTo>
                    <a:pt x="0" y="1164"/>
                  </a:lnTo>
                  <a:lnTo>
                    <a:pt x="0" y="1397"/>
                  </a:lnTo>
                  <a:lnTo>
                    <a:pt x="0" y="1630"/>
                  </a:lnTo>
                  <a:lnTo>
                    <a:pt x="78" y="1940"/>
                  </a:lnTo>
                  <a:lnTo>
                    <a:pt x="233" y="2173"/>
                  </a:lnTo>
                  <a:lnTo>
                    <a:pt x="388" y="2328"/>
                  </a:lnTo>
                  <a:lnTo>
                    <a:pt x="621" y="2483"/>
                  </a:lnTo>
                  <a:lnTo>
                    <a:pt x="854" y="2638"/>
                  </a:lnTo>
                  <a:lnTo>
                    <a:pt x="1164" y="2716"/>
                  </a:lnTo>
                  <a:lnTo>
                    <a:pt x="1397" y="2716"/>
                  </a:lnTo>
                  <a:lnTo>
                    <a:pt x="1629" y="2638"/>
                  </a:lnTo>
                  <a:lnTo>
                    <a:pt x="1940" y="2561"/>
                  </a:lnTo>
                  <a:lnTo>
                    <a:pt x="2095" y="2483"/>
                  </a:lnTo>
                  <a:lnTo>
                    <a:pt x="2328" y="2250"/>
                  </a:lnTo>
                  <a:lnTo>
                    <a:pt x="2483" y="2095"/>
                  </a:lnTo>
                  <a:lnTo>
                    <a:pt x="2638" y="1785"/>
                  </a:lnTo>
                  <a:lnTo>
                    <a:pt x="2716" y="1552"/>
                  </a:lnTo>
                  <a:lnTo>
                    <a:pt x="2716" y="1319"/>
                  </a:lnTo>
                  <a:lnTo>
                    <a:pt x="2638" y="1009"/>
                  </a:lnTo>
                  <a:lnTo>
                    <a:pt x="2560" y="776"/>
                  </a:lnTo>
                  <a:lnTo>
                    <a:pt x="2405" y="544"/>
                  </a:lnTo>
                  <a:lnTo>
                    <a:pt x="2250" y="388"/>
                  </a:lnTo>
                  <a:lnTo>
                    <a:pt x="2095" y="233"/>
                  </a:lnTo>
                  <a:lnTo>
                    <a:pt x="1785" y="78"/>
                  </a:lnTo>
                  <a:lnTo>
                    <a:pt x="155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9" name="Google Shape;519;p30"/>
            <p:cNvSpPr/>
            <p:nvPr/>
          </p:nvSpPr>
          <p:spPr>
            <a:xfrm>
              <a:off x="2541786" y="3345661"/>
              <a:ext cx="173202" cy="168236"/>
            </a:xfrm>
            <a:custGeom>
              <a:rect b="b" l="l" r="r" t="t"/>
              <a:pathLst>
                <a:path extrusionOk="0" h="2639" w="2717">
                  <a:moveTo>
                    <a:pt x="1009" y="1"/>
                  </a:moveTo>
                  <a:lnTo>
                    <a:pt x="777" y="78"/>
                  </a:lnTo>
                  <a:lnTo>
                    <a:pt x="544" y="233"/>
                  </a:lnTo>
                  <a:lnTo>
                    <a:pt x="389" y="388"/>
                  </a:lnTo>
                  <a:lnTo>
                    <a:pt x="234" y="621"/>
                  </a:lnTo>
                  <a:lnTo>
                    <a:pt x="78" y="854"/>
                  </a:lnTo>
                  <a:lnTo>
                    <a:pt x="1" y="1087"/>
                  </a:lnTo>
                  <a:lnTo>
                    <a:pt x="1" y="1397"/>
                  </a:lnTo>
                  <a:lnTo>
                    <a:pt x="78" y="1630"/>
                  </a:lnTo>
                  <a:lnTo>
                    <a:pt x="156" y="1862"/>
                  </a:lnTo>
                  <a:lnTo>
                    <a:pt x="234" y="2095"/>
                  </a:lnTo>
                  <a:lnTo>
                    <a:pt x="466" y="2328"/>
                  </a:lnTo>
                  <a:lnTo>
                    <a:pt x="622" y="2483"/>
                  </a:lnTo>
                  <a:lnTo>
                    <a:pt x="854" y="2561"/>
                  </a:lnTo>
                  <a:lnTo>
                    <a:pt x="1165" y="2638"/>
                  </a:lnTo>
                  <a:lnTo>
                    <a:pt x="1708" y="2638"/>
                  </a:lnTo>
                  <a:lnTo>
                    <a:pt x="1940" y="2561"/>
                  </a:lnTo>
                  <a:lnTo>
                    <a:pt x="2173" y="2406"/>
                  </a:lnTo>
                  <a:lnTo>
                    <a:pt x="2328" y="2250"/>
                  </a:lnTo>
                  <a:lnTo>
                    <a:pt x="2484" y="2018"/>
                  </a:lnTo>
                  <a:lnTo>
                    <a:pt x="2639" y="1785"/>
                  </a:lnTo>
                  <a:lnTo>
                    <a:pt x="2716" y="1552"/>
                  </a:lnTo>
                  <a:lnTo>
                    <a:pt x="2716" y="1242"/>
                  </a:lnTo>
                  <a:lnTo>
                    <a:pt x="2716" y="1009"/>
                  </a:lnTo>
                  <a:lnTo>
                    <a:pt x="2561" y="776"/>
                  </a:lnTo>
                  <a:lnTo>
                    <a:pt x="2484" y="544"/>
                  </a:lnTo>
                  <a:lnTo>
                    <a:pt x="2328" y="311"/>
                  </a:lnTo>
                  <a:lnTo>
                    <a:pt x="2096" y="156"/>
                  </a:lnTo>
                  <a:lnTo>
                    <a:pt x="1863" y="78"/>
                  </a:lnTo>
                  <a:lnTo>
                    <a:pt x="155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0" name="Google Shape;520;p30"/>
            <p:cNvSpPr/>
            <p:nvPr/>
          </p:nvSpPr>
          <p:spPr>
            <a:xfrm>
              <a:off x="2581374" y="3256667"/>
              <a:ext cx="173138" cy="173145"/>
            </a:xfrm>
            <a:custGeom>
              <a:rect b="b" l="l" r="r" t="t"/>
              <a:pathLst>
                <a:path extrusionOk="0" h="2716" w="2716">
                  <a:moveTo>
                    <a:pt x="1009" y="0"/>
                  </a:moveTo>
                  <a:lnTo>
                    <a:pt x="776" y="155"/>
                  </a:lnTo>
                  <a:lnTo>
                    <a:pt x="544" y="233"/>
                  </a:lnTo>
                  <a:lnTo>
                    <a:pt x="388" y="388"/>
                  </a:lnTo>
                  <a:lnTo>
                    <a:pt x="233" y="621"/>
                  </a:lnTo>
                  <a:lnTo>
                    <a:pt x="78" y="853"/>
                  </a:lnTo>
                  <a:lnTo>
                    <a:pt x="1" y="1164"/>
                  </a:lnTo>
                  <a:lnTo>
                    <a:pt x="1" y="1397"/>
                  </a:lnTo>
                  <a:lnTo>
                    <a:pt x="1" y="1707"/>
                  </a:lnTo>
                  <a:lnTo>
                    <a:pt x="156" y="1940"/>
                  </a:lnTo>
                  <a:lnTo>
                    <a:pt x="233" y="2172"/>
                  </a:lnTo>
                  <a:lnTo>
                    <a:pt x="466" y="2328"/>
                  </a:lnTo>
                  <a:lnTo>
                    <a:pt x="621" y="2483"/>
                  </a:lnTo>
                  <a:lnTo>
                    <a:pt x="854" y="2638"/>
                  </a:lnTo>
                  <a:lnTo>
                    <a:pt x="1164" y="2715"/>
                  </a:lnTo>
                  <a:lnTo>
                    <a:pt x="1397" y="2715"/>
                  </a:lnTo>
                  <a:lnTo>
                    <a:pt x="1707" y="2638"/>
                  </a:lnTo>
                  <a:lnTo>
                    <a:pt x="1940" y="2560"/>
                  </a:lnTo>
                  <a:lnTo>
                    <a:pt x="2173" y="2483"/>
                  </a:lnTo>
                  <a:lnTo>
                    <a:pt x="2328" y="2250"/>
                  </a:lnTo>
                  <a:lnTo>
                    <a:pt x="2483" y="2095"/>
                  </a:lnTo>
                  <a:lnTo>
                    <a:pt x="2638" y="1862"/>
                  </a:lnTo>
                  <a:lnTo>
                    <a:pt x="2716" y="1552"/>
                  </a:lnTo>
                  <a:lnTo>
                    <a:pt x="2716" y="1319"/>
                  </a:lnTo>
                  <a:lnTo>
                    <a:pt x="2716" y="1009"/>
                  </a:lnTo>
                  <a:lnTo>
                    <a:pt x="2561" y="776"/>
                  </a:lnTo>
                  <a:lnTo>
                    <a:pt x="2483" y="543"/>
                  </a:lnTo>
                  <a:lnTo>
                    <a:pt x="2250" y="388"/>
                  </a:lnTo>
                  <a:lnTo>
                    <a:pt x="2095" y="233"/>
                  </a:lnTo>
                  <a:lnTo>
                    <a:pt x="1863" y="78"/>
                  </a:lnTo>
                  <a:lnTo>
                    <a:pt x="155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1" name="Google Shape;521;p3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31"/>
          <p:cNvSpPr txBox="1"/>
          <p:nvPr>
            <p:ph type="title"/>
          </p:nvPr>
        </p:nvSpPr>
        <p:spPr>
          <a:xfrm>
            <a:off x="-1318525" y="125725"/>
            <a:ext cx="8229600" cy="4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Presentation du dataset</a:t>
            </a:r>
            <a:endParaRPr/>
          </a:p>
        </p:txBody>
      </p:sp>
      <p:sp>
        <p:nvSpPr>
          <p:cNvPr id="527" name="Google Shape;527;p31"/>
          <p:cNvSpPr/>
          <p:nvPr/>
        </p:nvSpPr>
        <p:spPr>
          <a:xfrm>
            <a:off x="2944084" y="812078"/>
            <a:ext cx="3501300" cy="3501300"/>
          </a:xfrm>
          <a:prstGeom prst="ellipse">
            <a:avLst/>
          </a:prstGeom>
          <a:solidFill>
            <a:srgbClr val="EDA2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28" name="Google Shape;528;p31"/>
          <p:cNvGrpSpPr/>
          <p:nvPr/>
        </p:nvGrpSpPr>
        <p:grpSpPr>
          <a:xfrm>
            <a:off x="3611776" y="414352"/>
            <a:ext cx="2166000" cy="2166000"/>
            <a:chOff x="3611776" y="414352"/>
            <a:chExt cx="2166000" cy="2166000"/>
          </a:xfrm>
        </p:grpSpPr>
        <p:sp>
          <p:nvSpPr>
            <p:cNvPr id="529" name="Google Shape;529;p31"/>
            <p:cNvSpPr/>
            <p:nvPr/>
          </p:nvSpPr>
          <p:spPr>
            <a:xfrm>
              <a:off x="3611776" y="414352"/>
              <a:ext cx="2166000" cy="2166000"/>
            </a:xfrm>
            <a:prstGeom prst="ellipse">
              <a:avLst/>
            </a:prstGeom>
            <a:solidFill>
              <a:srgbClr val="D8382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0" name="Google Shape;530;p31"/>
            <p:cNvSpPr txBox="1"/>
            <p:nvPr/>
          </p:nvSpPr>
          <p:spPr>
            <a:xfrm>
              <a:off x="3967546" y="1027503"/>
              <a:ext cx="1496100" cy="70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3376 Lignes</a:t>
              </a:r>
              <a:endParaRPr sz="1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531" name="Google Shape;531;p31"/>
          <p:cNvGrpSpPr/>
          <p:nvPr/>
        </p:nvGrpSpPr>
        <p:grpSpPr>
          <a:xfrm>
            <a:off x="4572008" y="2032864"/>
            <a:ext cx="2166000" cy="2166000"/>
            <a:chOff x="4562258" y="2032864"/>
            <a:chExt cx="2166000" cy="2166000"/>
          </a:xfrm>
        </p:grpSpPr>
        <p:sp>
          <p:nvSpPr>
            <p:cNvPr id="532" name="Google Shape;532;p31"/>
            <p:cNvSpPr/>
            <p:nvPr/>
          </p:nvSpPr>
          <p:spPr>
            <a:xfrm>
              <a:off x="4562258" y="2032864"/>
              <a:ext cx="2166000" cy="2166000"/>
            </a:xfrm>
            <a:prstGeom prst="ellipse">
              <a:avLst/>
            </a:prstGeom>
            <a:solidFill>
              <a:srgbClr val="B02C2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3" name="Google Shape;533;p31"/>
            <p:cNvSpPr txBox="1"/>
            <p:nvPr/>
          </p:nvSpPr>
          <p:spPr>
            <a:xfrm>
              <a:off x="5079846" y="2834728"/>
              <a:ext cx="1496100" cy="70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46 colonnes</a:t>
              </a:r>
              <a:r>
                <a:rPr lang="en" sz="10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 </a:t>
              </a:r>
              <a:endParaRPr sz="1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534" name="Google Shape;534;p31"/>
          <p:cNvGrpSpPr/>
          <p:nvPr/>
        </p:nvGrpSpPr>
        <p:grpSpPr>
          <a:xfrm>
            <a:off x="2702876" y="2032864"/>
            <a:ext cx="2166000" cy="2166000"/>
            <a:chOff x="2702876" y="2032864"/>
            <a:chExt cx="2166000" cy="2166000"/>
          </a:xfrm>
        </p:grpSpPr>
        <p:sp>
          <p:nvSpPr>
            <p:cNvPr id="535" name="Google Shape;535;p31"/>
            <p:cNvSpPr/>
            <p:nvPr/>
          </p:nvSpPr>
          <p:spPr>
            <a:xfrm>
              <a:off x="2702876" y="2032864"/>
              <a:ext cx="2166000" cy="2166000"/>
            </a:xfrm>
            <a:prstGeom prst="ellipse">
              <a:avLst/>
            </a:prstGeom>
            <a:solidFill>
              <a:srgbClr val="80201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6" name="Google Shape;536;p31"/>
            <p:cNvSpPr txBox="1"/>
            <p:nvPr/>
          </p:nvSpPr>
          <p:spPr>
            <a:xfrm>
              <a:off x="2855281" y="2834728"/>
              <a:ext cx="1496100" cy="70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0 valeurs dupliquées</a:t>
              </a:r>
              <a:endParaRPr sz="1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537" name="Google Shape;537;p31"/>
          <p:cNvSpPr/>
          <p:nvPr/>
        </p:nvSpPr>
        <p:spPr>
          <a:xfrm>
            <a:off x="4084680" y="1946241"/>
            <a:ext cx="1225800" cy="1225800"/>
          </a:xfrm>
          <a:prstGeom prst="ellipse">
            <a:avLst/>
          </a:prstGeom>
          <a:solidFill>
            <a:srgbClr val="EDA2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dataframe</a:t>
            </a:r>
            <a:endParaRPr sz="1100"/>
          </a:p>
        </p:txBody>
      </p:sp>
      <p:sp>
        <p:nvSpPr>
          <p:cNvPr id="538" name="Google Shape;538;p3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32"/>
          <p:cNvSpPr txBox="1"/>
          <p:nvPr>
            <p:ph type="title"/>
          </p:nvPr>
        </p:nvSpPr>
        <p:spPr>
          <a:xfrm>
            <a:off x="457200" y="411475"/>
            <a:ext cx="8229600" cy="4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Valeurs manquantes</a:t>
            </a:r>
            <a:endParaRPr/>
          </a:p>
        </p:txBody>
      </p:sp>
      <p:pic>
        <p:nvPicPr>
          <p:cNvPr id="544" name="Google Shape;544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5325" y="786350"/>
            <a:ext cx="7689429" cy="3945725"/>
          </a:xfrm>
          <a:prstGeom prst="rect">
            <a:avLst/>
          </a:prstGeom>
          <a:noFill/>
          <a:ln>
            <a:noFill/>
          </a:ln>
        </p:spPr>
      </p:pic>
      <p:sp>
        <p:nvSpPr>
          <p:cNvPr id="545" name="Google Shape;545;p3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33"/>
          <p:cNvSpPr txBox="1"/>
          <p:nvPr>
            <p:ph type="title"/>
          </p:nvPr>
        </p:nvSpPr>
        <p:spPr>
          <a:xfrm>
            <a:off x="914400" y="84900"/>
            <a:ext cx="8229600" cy="4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Categorical</a:t>
            </a:r>
            <a:r>
              <a:rPr lang="en"/>
              <a:t> / Numericals</a:t>
            </a:r>
            <a:endParaRPr/>
          </a:p>
        </p:txBody>
      </p:sp>
      <p:pic>
        <p:nvPicPr>
          <p:cNvPr id="551" name="Google Shape;551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7550" y="381425"/>
            <a:ext cx="3144079" cy="4380651"/>
          </a:xfrm>
          <a:prstGeom prst="rect">
            <a:avLst/>
          </a:prstGeom>
          <a:noFill/>
          <a:ln>
            <a:noFill/>
          </a:ln>
        </p:spPr>
      </p:pic>
      <p:sp>
        <p:nvSpPr>
          <p:cNvPr id="552" name="Google Shape;552;p33"/>
          <p:cNvSpPr txBox="1"/>
          <p:nvPr/>
        </p:nvSpPr>
        <p:spPr>
          <a:xfrm>
            <a:off x="5206775" y="608275"/>
            <a:ext cx="4702500" cy="244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rgbClr val="E06666"/>
                </a:solidFill>
                <a:latin typeface="Roboto"/>
                <a:ea typeface="Roboto"/>
                <a:cs typeface="Roboto"/>
                <a:sym typeface="Roboto"/>
              </a:rPr>
              <a:t>Valeurs </a:t>
            </a:r>
            <a:r>
              <a:rPr lang="en" u="sng">
                <a:solidFill>
                  <a:srgbClr val="E06666"/>
                </a:solidFill>
                <a:latin typeface="Roboto"/>
                <a:ea typeface="Roboto"/>
                <a:cs typeface="Roboto"/>
                <a:sym typeface="Roboto"/>
              </a:rPr>
              <a:t>Catégoriques</a:t>
            </a:r>
            <a:r>
              <a:rPr lang="en" u="sng">
                <a:solidFill>
                  <a:srgbClr val="E06666"/>
                </a:solidFill>
                <a:latin typeface="Roboto"/>
                <a:ea typeface="Roboto"/>
                <a:cs typeface="Roboto"/>
                <a:sym typeface="Roboto"/>
              </a:rPr>
              <a:t>:</a:t>
            </a:r>
            <a:endParaRPr u="sng">
              <a:solidFill>
                <a:srgbClr val="E0666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  </a:t>
            </a:r>
            <a:r>
              <a:rPr lang="en" sz="1050">
                <a:solidFill>
                  <a:srgbClr val="21212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0SEBuildingID                                         </a:t>
            </a:r>
            <a:endParaRPr sz="1050">
              <a:solidFill>
                <a:srgbClr val="21212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n" sz="1050">
                <a:solidFill>
                  <a:srgbClr val="21212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BuildingType                  </a:t>
            </a:r>
            <a:endParaRPr sz="1050">
              <a:solidFill>
                <a:srgbClr val="21212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n" sz="1050">
                <a:solidFill>
                  <a:srgbClr val="21212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PrimaryPropertyType            </a:t>
            </a:r>
            <a:endParaRPr sz="1050">
              <a:solidFill>
                <a:srgbClr val="21212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n" sz="1050">
                <a:solidFill>
                  <a:srgbClr val="21212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PropertyName                       </a:t>
            </a:r>
            <a:endParaRPr sz="1050">
              <a:solidFill>
                <a:srgbClr val="21212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n" sz="1050">
                <a:solidFill>
                  <a:srgbClr val="21212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Address</a:t>
            </a:r>
            <a:endParaRPr sz="1050">
              <a:solidFill>
                <a:srgbClr val="21212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n" sz="1050">
                <a:solidFill>
                  <a:srgbClr val="21212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City                             </a:t>
            </a:r>
            <a:endParaRPr sz="1050">
              <a:solidFill>
                <a:srgbClr val="21212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n" sz="1050">
                <a:solidFill>
                  <a:srgbClr val="21212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State   </a:t>
            </a:r>
            <a:endParaRPr sz="1050">
              <a:solidFill>
                <a:srgbClr val="21212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n" sz="1050">
                <a:solidFill>
                  <a:srgbClr val="21212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LargestPropertyUSeType                      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21212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sz="1050">
              <a:solidFill>
                <a:srgbClr val="21212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21212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53" name="Google Shape;553;p33"/>
          <p:cNvSpPr txBox="1"/>
          <p:nvPr/>
        </p:nvSpPr>
        <p:spPr>
          <a:xfrm>
            <a:off x="3216050" y="2454750"/>
            <a:ext cx="4702500" cy="244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Valeurs 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Numériques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:</a:t>
            </a:r>
            <a:r>
              <a:rPr lang="en" sz="1050">
                <a:solidFill>
                  <a:srgbClr val="21212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                               </a:t>
            </a:r>
            <a:endParaRPr sz="1050">
              <a:solidFill>
                <a:srgbClr val="21212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n" sz="1050">
                <a:solidFill>
                  <a:srgbClr val="21212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TotalGHGEmissions                </a:t>
            </a:r>
            <a:endParaRPr sz="1050">
              <a:solidFill>
                <a:srgbClr val="21212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en" sz="1050">
                <a:solidFill>
                  <a:srgbClr val="21212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GHGEmissionsIntensity  </a:t>
            </a:r>
            <a:endParaRPr sz="1050">
              <a:solidFill>
                <a:srgbClr val="21212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-295275" lvl="0" marL="457200" rtl="0" algn="l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050"/>
              <a:buFont typeface="Courier New"/>
              <a:buChar char="●"/>
            </a:pPr>
            <a:r>
              <a:rPr lang="en" sz="1050">
                <a:solidFill>
                  <a:srgbClr val="21212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SourceEUI(kBtu/sf)               </a:t>
            </a:r>
            <a:endParaRPr sz="1050">
              <a:solidFill>
                <a:srgbClr val="21212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-295275" lvl="0" marL="457200" rtl="0" algn="l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050"/>
              <a:buFont typeface="Courier New"/>
              <a:buChar char="●"/>
            </a:pPr>
            <a:r>
              <a:rPr lang="en" sz="1050">
                <a:solidFill>
                  <a:srgbClr val="21212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SourceEUIWN(kBtu/sf)            </a:t>
            </a:r>
            <a:endParaRPr sz="1050">
              <a:solidFill>
                <a:srgbClr val="21212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-295275" lvl="0" marL="457200" rtl="0" algn="l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050"/>
              <a:buFont typeface="Courier New"/>
              <a:buChar char="●"/>
            </a:pPr>
            <a:r>
              <a:rPr lang="en" sz="1050">
                <a:solidFill>
                  <a:srgbClr val="21212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SiteEnergyUse(kBtu)               </a:t>
            </a:r>
            <a:endParaRPr sz="1050">
              <a:solidFill>
                <a:srgbClr val="21212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-295275" lvl="0" marL="457200" rtl="0" algn="l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050"/>
              <a:buFont typeface="Courier New"/>
              <a:buChar char="●"/>
            </a:pPr>
            <a:r>
              <a:rPr lang="en" sz="1050">
                <a:solidFill>
                  <a:srgbClr val="21212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SiteEnergyUseWN(kBtu)          </a:t>
            </a:r>
            <a:endParaRPr sz="1050">
              <a:solidFill>
                <a:srgbClr val="21212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-295275" lvl="0" marL="457200" rtl="0" algn="l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050"/>
              <a:buFont typeface="Courier New"/>
              <a:buChar char="●"/>
            </a:pPr>
            <a:r>
              <a:rPr lang="en" sz="1050">
                <a:solidFill>
                  <a:srgbClr val="21212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SteamUse(kBtu)                   </a:t>
            </a:r>
            <a:endParaRPr sz="1050">
              <a:solidFill>
                <a:srgbClr val="21212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-295275" lvl="0" marL="457200" rtl="0" algn="l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050"/>
              <a:buFont typeface="Courier New"/>
              <a:buChar char="●"/>
            </a:pPr>
            <a:r>
              <a:rPr lang="en" sz="1050">
                <a:solidFill>
                  <a:srgbClr val="21212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Electricity(kWh)              </a:t>
            </a:r>
            <a:endParaRPr sz="1050">
              <a:solidFill>
                <a:srgbClr val="21212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-295275" lvl="0" marL="457200" rtl="0" algn="l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050"/>
              <a:buFont typeface="Courier New"/>
              <a:buChar char="●"/>
            </a:pPr>
            <a:r>
              <a:rPr lang="en" sz="1050">
                <a:solidFill>
                  <a:srgbClr val="21212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Electricity(kBtu)              </a:t>
            </a:r>
            <a:endParaRPr sz="1050">
              <a:solidFill>
                <a:srgbClr val="21212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-295275" lvl="0" marL="457200" rtl="0" algn="l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050"/>
              <a:buFont typeface="Courier New"/>
              <a:buChar char="●"/>
            </a:pPr>
            <a:r>
              <a:rPr lang="en" sz="1050">
                <a:solidFill>
                  <a:srgbClr val="21212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NaturalGas(therms)             </a:t>
            </a:r>
            <a:endParaRPr sz="1050">
              <a:solidFill>
                <a:srgbClr val="21212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-295275" lvl="0" marL="457200" rtl="0" algn="l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050"/>
              <a:buFont typeface="Courier New"/>
              <a:buChar char="●"/>
            </a:pPr>
            <a:r>
              <a:rPr lang="en" sz="1050">
                <a:solidFill>
                  <a:srgbClr val="21212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NaturalGas(kBtu)              </a:t>
            </a:r>
            <a:endParaRPr sz="1050">
              <a:solidFill>
                <a:srgbClr val="21212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212121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54" name="Google Shape;554;p3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E2A47"/>
        </a:solidFill>
      </p:bgPr>
    </p:bg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34"/>
          <p:cNvSpPr txBox="1"/>
          <p:nvPr/>
        </p:nvSpPr>
        <p:spPr>
          <a:xfrm>
            <a:off x="960775" y="965151"/>
            <a:ext cx="7047300" cy="48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lt1"/>
                </a:solidFill>
              </a:rPr>
              <a:t>FEATURE ENGINEERING</a:t>
            </a:r>
            <a:endParaRPr b="1" sz="3400">
              <a:solidFill>
                <a:schemeClr val="lt1"/>
              </a:solidFill>
            </a:endParaRPr>
          </a:p>
        </p:txBody>
      </p:sp>
      <p:sp>
        <p:nvSpPr>
          <p:cNvPr id="560" name="Google Shape;560;p34"/>
          <p:cNvSpPr txBox="1"/>
          <p:nvPr/>
        </p:nvSpPr>
        <p:spPr>
          <a:xfrm>
            <a:off x="960775" y="1801575"/>
            <a:ext cx="7047300" cy="48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435D74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35D74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35D74"/>
              </a:solidFill>
            </a:endParaRPr>
          </a:p>
        </p:txBody>
      </p:sp>
      <p:sp>
        <p:nvSpPr>
          <p:cNvPr id="561" name="Google Shape;561;p34"/>
          <p:cNvSpPr txBox="1"/>
          <p:nvPr/>
        </p:nvSpPr>
        <p:spPr>
          <a:xfrm>
            <a:off x="960767" y="4027759"/>
            <a:ext cx="7047300" cy="4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 u="sng">
              <a:solidFill>
                <a:srgbClr val="869FB2"/>
              </a:solidFill>
            </a:endParaRPr>
          </a:p>
        </p:txBody>
      </p:sp>
      <p:sp>
        <p:nvSpPr>
          <p:cNvPr id="562" name="Google Shape;562;p3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p3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568" name="Google Shape;568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7350" y="92800"/>
            <a:ext cx="3877050" cy="4966974"/>
          </a:xfrm>
          <a:prstGeom prst="rect">
            <a:avLst/>
          </a:prstGeom>
          <a:noFill/>
          <a:ln>
            <a:noFill/>
          </a:ln>
        </p:spPr>
      </p:pic>
      <p:pic>
        <p:nvPicPr>
          <p:cNvPr id="569" name="Google Shape;569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82050" y="-30550"/>
            <a:ext cx="3193050" cy="5035250"/>
          </a:xfrm>
          <a:prstGeom prst="rect">
            <a:avLst/>
          </a:prstGeom>
          <a:noFill/>
          <a:ln>
            <a:noFill/>
          </a:ln>
        </p:spPr>
      </p:pic>
      <p:sp>
        <p:nvSpPr>
          <p:cNvPr id="570" name="Google Shape;570;p35"/>
          <p:cNvSpPr/>
          <p:nvPr/>
        </p:nvSpPr>
        <p:spPr>
          <a:xfrm>
            <a:off x="3920900" y="2267625"/>
            <a:ext cx="1357200" cy="5307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1" name="Google Shape;571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p36"/>
          <p:cNvSpPr txBox="1"/>
          <p:nvPr>
            <p:ph type="title"/>
          </p:nvPr>
        </p:nvSpPr>
        <p:spPr>
          <a:xfrm>
            <a:off x="559250" y="411475"/>
            <a:ext cx="8229600" cy="4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7" name="Google Shape;577;p3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578" name="Google Shape;578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045375"/>
            <a:ext cx="8251985" cy="37401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p37"/>
          <p:cNvSpPr txBox="1"/>
          <p:nvPr>
            <p:ph type="title"/>
          </p:nvPr>
        </p:nvSpPr>
        <p:spPr>
          <a:xfrm>
            <a:off x="457200" y="411475"/>
            <a:ext cx="8229600" cy="4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84" name="Google Shape;584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" y="786350"/>
            <a:ext cx="8485525" cy="3945725"/>
          </a:xfrm>
          <a:prstGeom prst="rect">
            <a:avLst/>
          </a:prstGeom>
          <a:noFill/>
          <a:ln>
            <a:noFill/>
          </a:ln>
        </p:spPr>
      </p:pic>
      <p:sp>
        <p:nvSpPr>
          <p:cNvPr id="585" name="Google Shape;585;p3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p38"/>
          <p:cNvSpPr txBox="1"/>
          <p:nvPr>
            <p:ph type="title"/>
          </p:nvPr>
        </p:nvSpPr>
        <p:spPr>
          <a:xfrm>
            <a:off x="457200" y="411475"/>
            <a:ext cx="8229600" cy="4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91" name="Google Shape;591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045375"/>
            <a:ext cx="8839200" cy="3385225"/>
          </a:xfrm>
          <a:prstGeom prst="rect">
            <a:avLst/>
          </a:prstGeom>
          <a:noFill/>
          <a:ln>
            <a:noFill/>
          </a:ln>
        </p:spPr>
      </p:pic>
      <p:sp>
        <p:nvSpPr>
          <p:cNvPr id="592" name="Google Shape;592;p3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6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7" name="Google Shape;597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1" cy="4589737"/>
          </a:xfrm>
          <a:prstGeom prst="rect">
            <a:avLst/>
          </a:prstGeom>
          <a:noFill/>
          <a:ln>
            <a:noFill/>
          </a:ln>
        </p:spPr>
      </p:pic>
      <p:sp>
        <p:nvSpPr>
          <p:cNvPr id="598" name="Google Shape;598;p3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3" name="Google Shape;603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78075" y="1143000"/>
            <a:ext cx="5781675" cy="4000500"/>
          </a:xfrm>
          <a:prstGeom prst="rect">
            <a:avLst/>
          </a:prstGeom>
          <a:noFill/>
          <a:ln>
            <a:noFill/>
          </a:ln>
        </p:spPr>
      </p:pic>
      <p:sp>
        <p:nvSpPr>
          <p:cNvPr id="604" name="Google Shape;604;p4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05" name="Google Shape;605;p40"/>
          <p:cNvSpPr txBox="1"/>
          <p:nvPr/>
        </p:nvSpPr>
        <p:spPr>
          <a:xfrm>
            <a:off x="1243950" y="66225"/>
            <a:ext cx="59610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br>
              <a:rPr lang="en" sz="2400">
                <a:solidFill>
                  <a:schemeClr val="dk1"/>
                </a:solidFill>
              </a:rPr>
            </a:br>
            <a:r>
              <a:rPr lang="en" sz="2400">
                <a:solidFill>
                  <a:schemeClr val="dk1"/>
                </a:solidFill>
              </a:rPr>
              <a:t>Target</a:t>
            </a:r>
            <a:r>
              <a:rPr lang="en" sz="2400">
                <a:solidFill>
                  <a:schemeClr val="dk1"/>
                </a:solidFill>
              </a:rPr>
              <a:t> 1</a:t>
            </a:r>
            <a:r>
              <a:rPr lang="en" sz="2400">
                <a:solidFill>
                  <a:schemeClr val="dk1"/>
                </a:solidFill>
              </a:rPr>
              <a:t> : SiteEnergyUse (kBtu)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9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p41"/>
          <p:cNvSpPr txBox="1"/>
          <p:nvPr>
            <p:ph type="title"/>
          </p:nvPr>
        </p:nvSpPr>
        <p:spPr>
          <a:xfrm>
            <a:off x="457200" y="411475"/>
            <a:ext cx="8229600" cy="4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Passage au Log</a:t>
            </a:r>
            <a:endParaRPr/>
          </a:p>
        </p:txBody>
      </p:sp>
      <p:pic>
        <p:nvPicPr>
          <p:cNvPr id="611" name="Google Shape;611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3075" y="1280100"/>
            <a:ext cx="7639050" cy="3095625"/>
          </a:xfrm>
          <a:prstGeom prst="rect">
            <a:avLst/>
          </a:prstGeom>
          <a:noFill/>
          <a:ln>
            <a:noFill/>
          </a:ln>
        </p:spPr>
      </p:pic>
      <p:sp>
        <p:nvSpPr>
          <p:cNvPr id="612" name="Google Shape;612;p4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6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p4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618" name="Google Shape;618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4625" y="152400"/>
            <a:ext cx="4838700" cy="483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9" name="Google Shape;619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2600" y="665325"/>
            <a:ext cx="4057650" cy="971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20" name="Google Shape;620;p4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52538" y="3524225"/>
            <a:ext cx="4352925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621" name="Google Shape;621;p42"/>
          <p:cNvSpPr/>
          <p:nvPr/>
        </p:nvSpPr>
        <p:spPr>
          <a:xfrm>
            <a:off x="6408150" y="2508600"/>
            <a:ext cx="2587200" cy="910800"/>
          </a:xfrm>
          <a:prstGeom prst="wedgeRectCallout">
            <a:avLst>
              <a:gd fmla="val -20833" name="adj1"/>
              <a:gd fmla="val 625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Score modele prevision apres parametrage 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5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p4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627" name="Google Shape;627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49900" y="152400"/>
            <a:ext cx="3983586" cy="4838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Google Shape;632;p44"/>
          <p:cNvSpPr txBox="1"/>
          <p:nvPr>
            <p:ph type="title"/>
          </p:nvPr>
        </p:nvSpPr>
        <p:spPr>
          <a:xfrm>
            <a:off x="457200" y="170725"/>
            <a:ext cx="8229600" cy="4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en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Target 2</a:t>
            </a:r>
            <a:r>
              <a:rPr b="0" lang="en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: TotalEmissions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633" name="Google Shape;633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54575" y="786350"/>
            <a:ext cx="6255869" cy="3945726"/>
          </a:xfrm>
          <a:prstGeom prst="rect">
            <a:avLst/>
          </a:prstGeom>
          <a:noFill/>
          <a:ln>
            <a:noFill/>
          </a:ln>
        </p:spPr>
      </p:pic>
      <p:sp>
        <p:nvSpPr>
          <p:cNvPr id="634" name="Google Shape;634;p4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p45"/>
          <p:cNvSpPr txBox="1"/>
          <p:nvPr>
            <p:ph type="title"/>
          </p:nvPr>
        </p:nvSpPr>
        <p:spPr>
          <a:xfrm>
            <a:off x="457200" y="411475"/>
            <a:ext cx="8229600" cy="4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0" name="Google Shape;640;p4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641" name="Google Shape;641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723850"/>
            <a:ext cx="4419601" cy="4419601"/>
          </a:xfrm>
          <a:prstGeom prst="rect">
            <a:avLst/>
          </a:prstGeom>
          <a:noFill/>
          <a:ln>
            <a:noFill/>
          </a:ln>
        </p:spPr>
      </p:pic>
      <p:pic>
        <p:nvPicPr>
          <p:cNvPr id="642" name="Google Shape;642;p4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12624" y="1159225"/>
            <a:ext cx="4095750" cy="971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6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Google Shape;647;p46"/>
          <p:cNvSpPr txBox="1"/>
          <p:nvPr>
            <p:ph type="title"/>
          </p:nvPr>
        </p:nvSpPr>
        <p:spPr>
          <a:xfrm>
            <a:off x="457200" y="411475"/>
            <a:ext cx="8229600" cy="4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48" name="Google Shape;648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2250" y="1081088"/>
            <a:ext cx="8115300" cy="2981325"/>
          </a:xfrm>
          <a:prstGeom prst="rect">
            <a:avLst/>
          </a:prstGeom>
          <a:noFill/>
          <a:ln>
            <a:noFill/>
          </a:ln>
        </p:spPr>
      </p:pic>
      <p:sp>
        <p:nvSpPr>
          <p:cNvPr id="649" name="Google Shape;649;p4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3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p47"/>
          <p:cNvSpPr txBox="1"/>
          <p:nvPr>
            <p:ph type="title"/>
          </p:nvPr>
        </p:nvSpPr>
        <p:spPr>
          <a:xfrm>
            <a:off x="457200" y="411475"/>
            <a:ext cx="6975600" cy="54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Test Set Vs Prediction (avec energystar score)</a:t>
            </a:r>
            <a:endParaRPr/>
          </a:p>
        </p:txBody>
      </p:sp>
      <p:sp>
        <p:nvSpPr>
          <p:cNvPr id="655" name="Google Shape;655;p4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656" name="Google Shape;656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045375"/>
            <a:ext cx="4130150" cy="3945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57" name="Google Shape;657;p4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56100" y="1754825"/>
            <a:ext cx="4149224" cy="29772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p4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663" name="Google Shape;663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4500" y="653375"/>
            <a:ext cx="4475475" cy="4275630"/>
          </a:xfrm>
          <a:prstGeom prst="rect">
            <a:avLst/>
          </a:prstGeom>
          <a:noFill/>
          <a:ln>
            <a:noFill/>
          </a:ln>
        </p:spPr>
      </p:pic>
      <p:sp>
        <p:nvSpPr>
          <p:cNvPr id="664" name="Google Shape;664;p48"/>
          <p:cNvSpPr txBox="1"/>
          <p:nvPr>
            <p:ph type="title"/>
          </p:nvPr>
        </p:nvSpPr>
        <p:spPr>
          <a:xfrm>
            <a:off x="2382125" y="183800"/>
            <a:ext cx="5537100" cy="54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Test Set Vs Prediction ( sans energy star score)</a:t>
            </a:r>
            <a:endParaRPr/>
          </a:p>
        </p:txBody>
      </p:sp>
      <p:pic>
        <p:nvPicPr>
          <p:cNvPr id="665" name="Google Shape;665;p4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1675" y="1145900"/>
            <a:ext cx="4149224" cy="30128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E2A47"/>
        </a:solidFill>
      </p:bgPr>
    </p:bg>
    <p:spTree>
      <p:nvGrpSpPr>
        <p:cNvPr id="669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p49"/>
          <p:cNvSpPr txBox="1"/>
          <p:nvPr/>
        </p:nvSpPr>
        <p:spPr>
          <a:xfrm>
            <a:off x="960775" y="965145"/>
            <a:ext cx="7047300" cy="264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lt1"/>
                </a:solidFill>
              </a:rPr>
              <a:t>Conclusion</a:t>
            </a:r>
            <a:endParaRPr sz="3900">
              <a:solidFill>
                <a:schemeClr val="lt1"/>
              </a:solidFill>
            </a:endParaRPr>
          </a:p>
        </p:txBody>
      </p:sp>
      <p:sp>
        <p:nvSpPr>
          <p:cNvPr id="671" name="Google Shape;671;p49"/>
          <p:cNvSpPr txBox="1"/>
          <p:nvPr/>
        </p:nvSpPr>
        <p:spPr>
          <a:xfrm>
            <a:off x="1048350" y="2924150"/>
            <a:ext cx="7047300" cy="48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435D74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35D74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35D74"/>
              </a:solidFill>
            </a:endParaRPr>
          </a:p>
        </p:txBody>
      </p:sp>
      <p:sp>
        <p:nvSpPr>
          <p:cNvPr id="672" name="Google Shape;672;p49"/>
          <p:cNvSpPr txBox="1"/>
          <p:nvPr/>
        </p:nvSpPr>
        <p:spPr>
          <a:xfrm>
            <a:off x="960767" y="4027759"/>
            <a:ext cx="7047300" cy="4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 u="sng">
              <a:solidFill>
                <a:srgbClr val="869FB2"/>
              </a:solidFill>
            </a:endParaRPr>
          </a:p>
        </p:txBody>
      </p:sp>
      <p:sp>
        <p:nvSpPr>
          <p:cNvPr id="673" name="Google Shape;673;p4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74" name="Google Shape;674;p49"/>
          <p:cNvSpPr txBox="1"/>
          <p:nvPr/>
        </p:nvSpPr>
        <p:spPr>
          <a:xfrm>
            <a:off x="960775" y="2011875"/>
            <a:ext cx="59610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ira Sans"/>
              <a:buChar char="●"/>
            </a:pPr>
            <a:r>
              <a:rPr lang="en" sz="12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Nous remarquons que l'energy Star Score impacte notre étude</a:t>
            </a:r>
            <a:endParaRPr sz="1200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ira Sans"/>
              <a:buChar char="●"/>
            </a:pPr>
            <a:r>
              <a:rPr lang="en" sz="12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Nous remarquons aussi que pour la consommation la surface total, nombre batiments est important</a:t>
            </a:r>
            <a:endParaRPr sz="1200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ira Sans"/>
              <a:buChar char="●"/>
            </a:pPr>
            <a:r>
              <a:rPr lang="en" sz="12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Nous remarquons que pour l'émission c’est pareil</a:t>
            </a:r>
            <a:endParaRPr sz="1200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ira Sans"/>
              <a:buChar char="●"/>
            </a:pPr>
            <a:r>
              <a:rPr lang="en" sz="12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Nos prévisions ont un R2 qui tend vers 0.7 ce qui est un bon score mais nous continuons à avoir des outliers</a:t>
            </a:r>
            <a:endParaRPr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E2A47"/>
        </a:solidFill>
      </p:bgPr>
    </p:bg>
    <p:spTree>
      <p:nvGrpSpPr>
        <p:cNvPr id="678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" name="Google Shape;679;p50"/>
          <p:cNvSpPr txBox="1"/>
          <p:nvPr/>
        </p:nvSpPr>
        <p:spPr>
          <a:xfrm>
            <a:off x="960775" y="965145"/>
            <a:ext cx="7047300" cy="264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lt1"/>
                </a:solidFill>
              </a:rPr>
              <a:t>Observations</a:t>
            </a:r>
            <a:endParaRPr sz="3900">
              <a:solidFill>
                <a:schemeClr val="lt1"/>
              </a:solidFill>
            </a:endParaRPr>
          </a:p>
        </p:txBody>
      </p:sp>
      <p:sp>
        <p:nvSpPr>
          <p:cNvPr id="680" name="Google Shape;680;p50"/>
          <p:cNvSpPr txBox="1"/>
          <p:nvPr/>
        </p:nvSpPr>
        <p:spPr>
          <a:xfrm>
            <a:off x="1048350" y="2924150"/>
            <a:ext cx="7047300" cy="48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435D74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35D74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35D74"/>
              </a:solidFill>
            </a:endParaRPr>
          </a:p>
        </p:txBody>
      </p:sp>
      <p:sp>
        <p:nvSpPr>
          <p:cNvPr id="681" name="Google Shape;681;p50"/>
          <p:cNvSpPr txBox="1"/>
          <p:nvPr/>
        </p:nvSpPr>
        <p:spPr>
          <a:xfrm>
            <a:off x="960767" y="4027759"/>
            <a:ext cx="7047300" cy="4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 u="sng">
              <a:solidFill>
                <a:srgbClr val="869FB2"/>
              </a:solidFill>
            </a:endParaRPr>
          </a:p>
        </p:txBody>
      </p:sp>
      <p:sp>
        <p:nvSpPr>
          <p:cNvPr id="682" name="Google Shape;682;p5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83" name="Google Shape;683;p50"/>
          <p:cNvSpPr txBox="1"/>
          <p:nvPr/>
        </p:nvSpPr>
        <p:spPr>
          <a:xfrm>
            <a:off x="1854550" y="2508625"/>
            <a:ext cx="59610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ira Sans"/>
              <a:buChar char="●"/>
            </a:pPr>
            <a:r>
              <a:rPr lang="en" sz="12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Nous avons un dataSet avec peu d’informations</a:t>
            </a:r>
            <a:endParaRPr sz="1200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ira Sans"/>
              <a:buChar char="●"/>
            </a:pPr>
            <a:r>
              <a:rPr lang="en" sz="12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Essayer un robust scaling, puis appliquer les modèles et voir le résultat</a:t>
            </a:r>
            <a:endParaRPr sz="1200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ira Sans"/>
              <a:buChar char="●"/>
            </a:pPr>
            <a:r>
              <a:rPr lang="en" sz="12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Avoir les données des années précédentes pour améliorer l’imputation</a:t>
            </a:r>
            <a:endParaRPr sz="1200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ira Sans"/>
              <a:buChar char="●"/>
            </a:pPr>
            <a:r>
              <a:rPr lang="en" sz="12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Etudier source energy</a:t>
            </a:r>
            <a:endParaRPr sz="1200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ira Sans"/>
              <a:buChar char="●"/>
            </a:pPr>
            <a:r>
              <a:rPr lang="en" sz="12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Aller plus loin en détaillant la catégorie Other</a:t>
            </a:r>
            <a:endParaRPr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lidesgo Final Pages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Industrial Production Infographics by Slidesgo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749096"/>
      </a:accent1>
      <a:accent2>
        <a:srgbClr val="FDC47D"/>
      </a:accent2>
      <a:accent3>
        <a:srgbClr val="FA8838"/>
      </a:accent3>
      <a:accent4>
        <a:srgbClr val="F25050"/>
      </a:accent4>
      <a:accent5>
        <a:srgbClr val="4AA2D9"/>
      </a:accent5>
      <a:accent6>
        <a:srgbClr val="2741CA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